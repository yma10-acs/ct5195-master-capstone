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764D0D-8E46-AE4E-8CF5-70B258C78F6A}" v="1" dt="2026-07-04T14:19:48.6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2"/>
    <p:restoredTop sz="94658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耀泉 马" userId="19e30af8d5659de2" providerId="LiveId" clId="{C3594856-CEDA-5129-B2AF-7962E3CA4CA3}"/>
    <pc:docChg chg="undo custSel modSld">
      <pc:chgData name="耀泉 马" userId="19e30af8d5659de2" providerId="LiveId" clId="{C3594856-CEDA-5129-B2AF-7962E3CA4CA3}" dt="2026-07-04T15:06:33.887" v="14" actId="14100"/>
      <pc:docMkLst>
        <pc:docMk/>
      </pc:docMkLst>
      <pc:sldChg chg="modSp mod">
        <pc:chgData name="耀泉 马" userId="19e30af8d5659de2" providerId="LiveId" clId="{C3594856-CEDA-5129-B2AF-7962E3CA4CA3}" dt="2026-07-04T15:06:33.887" v="14" actId="14100"/>
        <pc:sldMkLst>
          <pc:docMk/>
          <pc:sldMk cId="4075704444" sldId="257"/>
        </pc:sldMkLst>
        <pc:graphicFrameChg chg="mod modGraphic">
          <ac:chgData name="耀泉 马" userId="19e30af8d5659de2" providerId="LiveId" clId="{C3594856-CEDA-5129-B2AF-7962E3CA4CA3}" dt="2026-07-04T15:06:33.887" v="14" actId="14100"/>
          <ac:graphicFrameMkLst>
            <pc:docMk/>
            <pc:sldMk cId="4075704444" sldId="257"/>
            <ac:graphicFrameMk id="4" creationId="{C02EC1EC-9FF0-E0B7-692C-574FC8CEA821}"/>
          </ac:graphicFrameMkLst>
        </pc:graphicFrameChg>
      </pc:sldChg>
      <pc:sldChg chg="modSp mod">
        <pc:chgData name="耀泉 马" userId="19e30af8d5659de2" providerId="LiveId" clId="{C3594856-CEDA-5129-B2AF-7962E3CA4CA3}" dt="2026-07-04T14:19:54.213" v="10" actId="20577"/>
        <pc:sldMkLst>
          <pc:docMk/>
          <pc:sldMk cId="35631109" sldId="258"/>
        </pc:sldMkLst>
        <pc:spChg chg="mod">
          <ac:chgData name="耀泉 马" userId="19e30af8d5659de2" providerId="LiveId" clId="{C3594856-CEDA-5129-B2AF-7962E3CA4CA3}" dt="2026-07-04T14:19:44.832" v="7" actId="20577"/>
          <ac:spMkLst>
            <pc:docMk/>
            <pc:sldMk cId="35631109" sldId="258"/>
            <ac:spMk id="2" creationId="{DE1BEF8D-5B9A-A461-B4B9-BE6B52756531}"/>
          </ac:spMkLst>
        </pc:spChg>
        <pc:spChg chg="mod">
          <ac:chgData name="耀泉 马" userId="19e30af8d5659de2" providerId="LiveId" clId="{C3594856-CEDA-5129-B2AF-7962E3CA4CA3}" dt="2026-07-04T14:19:54.213" v="10" actId="20577"/>
          <ac:spMkLst>
            <pc:docMk/>
            <pc:sldMk cId="35631109" sldId="258"/>
            <ac:spMk id="3" creationId="{7308112B-78EA-B635-2E18-42DE708C564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BCA3C-55D2-BA4E-5A43-988ED1D9C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5D0D22-2743-210A-C946-6077BB9C8B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35699-097B-AA1E-7544-ECF7C10A7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43DF-0D0E-F847-A925-24D8FAA785A6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1E0EC-E76E-EDB4-C3AA-B6B0870C2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727B5-F800-E19C-EEC5-61523A612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0AE33-3514-9943-B203-1B173978D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71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D222F-0961-7344-4771-3F9637965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579C2-1CE8-17CD-00F0-F859EFD16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9D9EF-373A-D0BC-94F1-1265B75F7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43DF-0D0E-F847-A925-24D8FAA785A6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3CE58-927B-C47C-3867-6005CA3C8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39E5D-3732-06B5-560E-339E2793C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0AE33-3514-9943-B203-1B173978D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99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3E8D5-4D00-BFBD-AFCE-D650E5E50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FFDCF-EF59-B91B-550C-57BA125B7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50726-8B71-989C-EF2C-84AF88B70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43DF-0D0E-F847-A925-24D8FAA785A6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9CE4D-92C9-D251-A012-10FD31A30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FACDF-A55D-529E-57A8-F83A6A185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0AE33-3514-9943-B203-1B173978D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20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72F10-3C82-5C12-3DB3-C6B5AD36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45AC6-031B-F478-AB39-7D3D4ED01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158AB-91FB-DAEE-0FE1-BF3D2A534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5B75C-FA7A-6461-D1C3-13B28E1F3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43DF-0D0E-F847-A925-24D8FAA785A6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8B4E4-3EA4-F3D1-5237-789474DF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D6961-3F33-9824-65CF-90BFCEF07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0AE33-3514-9943-B203-1B173978D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471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8C1F0-DAC5-439C-5FFA-5FA4588D6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91A66-D9EC-D916-4955-6EBB98C55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D1212-0262-B967-644E-19F418782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5EFAA8-4519-213A-4BA4-52D8672EEC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13BCAE-B0ED-8FB7-6405-EDCE6096F5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6B92E7-2D5B-A58A-109D-60F19B7FE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43DF-0D0E-F847-A925-24D8FAA785A6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4E9A50-329B-292C-BEF9-371D5E3B5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4C523B-32F4-8ED9-3D12-54293F7EB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0AE33-3514-9943-B203-1B173978D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44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9606F-39E7-7780-2C78-F925F1D33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F617E0-3608-703C-1C32-0A36ECE13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43DF-0D0E-F847-A925-24D8FAA785A6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96BA0-A826-2788-672B-CC5AA04A1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64488-02F5-F83A-44A7-36E7513C0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0AE33-3514-9943-B203-1B173978D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463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DBB22-6CF2-D2FF-1EDC-2304DD0C1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43DF-0D0E-F847-A925-24D8FAA785A6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AE850A-DBD5-7432-6DBC-006372C4D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69AEE-0A15-A55D-A4DA-93094D9F8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0AE33-3514-9943-B203-1B173978D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26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DB5F7-B336-4414-7537-73DD9A24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28B37-C816-546A-D97A-85CD3BC4C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52EBD-EEA5-1B2C-E964-347B80F92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F39A4-7411-69C4-F416-78A892728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43DF-0D0E-F847-A925-24D8FAA785A6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BCD69-38CD-FC4E-5453-A21471EC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6F9AA-0EE2-82D5-27FE-DACA41AE5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0AE33-3514-9943-B203-1B173978D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282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C6A55-DABB-158A-FFE2-6A2BA625C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034C7-CAEB-719F-2353-CE205EB85B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C7A889-584D-643C-B50F-6E1AA1BAC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64000-1A42-50BB-8AA2-38329B460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43DF-0D0E-F847-A925-24D8FAA785A6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B86E1-4CCA-7643-660E-2BD2D16F0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D6905-77D9-064D-D8E4-A7F9D5838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0AE33-3514-9943-B203-1B173978D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79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E7819-CCF9-6932-B4DC-71AFFFBF3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13AF0C-8804-B666-4548-19F074A376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25630-F4A9-F5BD-D36B-7777BDE72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43DF-0D0E-F847-A925-24D8FAA785A6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EF997-8A2B-915B-FDF0-6AB923504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13DB4-C146-8DC7-8B66-A0450FD9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0AE33-3514-9943-B203-1B173978D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14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30F941-C7F6-7F99-2D2A-00F43505F2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E7377-820C-7D5D-1AA5-9EBC217D7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3113E-73FE-0C82-BDA0-0ECF36DA3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43DF-0D0E-F847-A925-24D8FAA785A6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72DC9-7E93-94D4-754A-868911AB2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A4F02-4B54-38A3-90C3-59D6C3E77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0AE33-3514-9943-B203-1B173978D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426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9EAFB-B8B6-42A3-638F-417E1F2BB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166B3-E5D1-3A0F-D751-7548BB8F5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A6B8-BA9C-B7E6-0690-69B1D59DF4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3D43DF-0D0E-F847-A925-24D8FAA785A6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F64DB-DC54-A0FF-467E-F2BAB85092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3CC3D-1753-55CD-780D-F2C876C4C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0AE33-3514-9943-B203-1B173978D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64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42083-3667-FCF0-CDA8-01809AE9F5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D89D5C-9A33-CDDA-A70A-790326EB58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6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1E9DB-B13B-8592-978D-FAD9BBF47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5149"/>
            <a:ext cx="10515600" cy="1325563"/>
          </a:xfrm>
        </p:spPr>
        <p:txBody>
          <a:bodyPr/>
          <a:lstStyle/>
          <a:p>
            <a:r>
              <a:rPr lang="en-US" dirty="0"/>
              <a:t>Experiment</a:t>
            </a:r>
            <a:r>
              <a:rPr lang="zh-CN" altLang="en-US" dirty="0"/>
              <a:t> </a:t>
            </a:r>
            <a:r>
              <a:rPr lang="en-US" altLang="zh-CN" dirty="0"/>
              <a:t>Design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2EC1EC-9FF0-E0B7-692C-574FC8CEA8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5116565"/>
              </p:ext>
            </p:extLst>
          </p:nvPr>
        </p:nvGraphicFramePr>
        <p:xfrm>
          <a:off x="659219" y="1081922"/>
          <a:ext cx="10860428" cy="5361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5107">
                  <a:extLst>
                    <a:ext uri="{9D8B030D-6E8A-4147-A177-3AD203B41FA5}">
                      <a16:colId xmlns:a16="http://schemas.microsoft.com/office/drawing/2014/main" val="2260258394"/>
                    </a:ext>
                  </a:extLst>
                </a:gridCol>
                <a:gridCol w="2715107">
                  <a:extLst>
                    <a:ext uri="{9D8B030D-6E8A-4147-A177-3AD203B41FA5}">
                      <a16:colId xmlns:a16="http://schemas.microsoft.com/office/drawing/2014/main" val="2806839790"/>
                    </a:ext>
                  </a:extLst>
                </a:gridCol>
                <a:gridCol w="2715107">
                  <a:extLst>
                    <a:ext uri="{9D8B030D-6E8A-4147-A177-3AD203B41FA5}">
                      <a16:colId xmlns:a16="http://schemas.microsoft.com/office/drawing/2014/main" val="4212661188"/>
                    </a:ext>
                  </a:extLst>
                </a:gridCol>
                <a:gridCol w="2715107">
                  <a:extLst>
                    <a:ext uri="{9D8B030D-6E8A-4147-A177-3AD203B41FA5}">
                      <a16:colId xmlns:a16="http://schemas.microsoft.com/office/drawing/2014/main" val="2114429788"/>
                    </a:ext>
                  </a:extLst>
                </a:gridCol>
              </a:tblGrid>
              <a:tr h="602127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encryption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environment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954552"/>
                  </a:ext>
                </a:extLst>
              </a:tr>
              <a:tr h="602127">
                <a:tc>
                  <a:txBody>
                    <a:bodyPr/>
                    <a:lstStyle/>
                    <a:p>
                      <a:r>
                        <a:rPr lang="en-US" dirty="0"/>
                        <a:t>Base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Plain embedding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Normal VM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275726"/>
                  </a:ext>
                </a:extLst>
              </a:tr>
              <a:tr h="1039288">
                <a:tc>
                  <a:txBody>
                    <a:bodyPr/>
                    <a:lstStyle/>
                    <a:p>
                      <a:r>
                        <a:rPr lang="en-GB" dirty="0"/>
                        <a:t>HTTPS forced AES-GCM TLS cipher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TLS</a:t>
                      </a:r>
                      <a:r>
                        <a:rPr lang="zh-CN" altLang="en-US" dirty="0"/>
                        <a:t> </a:t>
                      </a:r>
                      <a:r>
                        <a:rPr lang="en-GB" dirty="0"/>
                        <a:t>AES-GCM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Normal VM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166717"/>
                  </a:ext>
                </a:extLst>
              </a:tr>
              <a:tr h="1039288">
                <a:tc>
                  <a:txBody>
                    <a:bodyPr/>
                    <a:lstStyle/>
                    <a:p>
                      <a:r>
                        <a:rPr lang="en-GB" dirty="0"/>
                        <a:t>HTTPS forced ChaCha20 TLS cipher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TLS</a:t>
                      </a:r>
                      <a:r>
                        <a:rPr lang="zh-CN" altLang="en-US" dirty="0"/>
                        <a:t> </a:t>
                      </a:r>
                      <a:r>
                        <a:rPr lang="en-GB" dirty="0"/>
                        <a:t>ChaCha20-Poly1305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Normal VM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753915"/>
                  </a:ext>
                </a:extLst>
              </a:tr>
              <a:tr h="1039288">
                <a:tc>
                  <a:txBody>
                    <a:bodyPr/>
                    <a:lstStyle/>
                    <a:p>
                      <a:r>
                        <a:rPr lang="en-GB" dirty="0"/>
                        <a:t>AES-GCM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 </a:t>
                      </a:r>
                      <a:r>
                        <a:rPr lang="en-GB" dirty="0"/>
                        <a:t>Confidential VM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AES-GCM payload 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Confidential VM / TDX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332343"/>
                  </a:ext>
                </a:extLst>
              </a:tr>
              <a:tr h="1039288">
                <a:tc>
                  <a:txBody>
                    <a:bodyPr/>
                    <a:lstStyle/>
                    <a:p>
                      <a:r>
                        <a:rPr lang="en-US" dirty="0"/>
                        <a:t>ChaChao</a:t>
                      </a:r>
                      <a:r>
                        <a:rPr lang="en-US" altLang="zh-CN" dirty="0"/>
                        <a:t>20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Confidential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VM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ChaCha20-Poly1305 payload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Confidential VM / TDX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739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5704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BEF8D-5B9A-A461-B4B9-BE6B52756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8112B-78EA-B635-2E18-42DE708C5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latency overhead</a:t>
            </a:r>
          </a:p>
          <a:p>
            <a:r>
              <a:rPr lang="en-GB" dirty="0"/>
              <a:t>CPU overhead</a:t>
            </a:r>
          </a:p>
          <a:p>
            <a:r>
              <a:rPr lang="en-GB" dirty="0"/>
              <a:t>throughput degradation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</TotalTime>
  <Words>62</Words>
  <Application>Microsoft Macintosh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Experiment Design</vt:lpstr>
      <vt:lpstr>metrics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耀泉 马</dc:creator>
  <cp:lastModifiedBy>耀泉 马</cp:lastModifiedBy>
  <cp:revision>1</cp:revision>
  <dcterms:created xsi:type="dcterms:W3CDTF">2026-07-03T14:51:43Z</dcterms:created>
  <dcterms:modified xsi:type="dcterms:W3CDTF">2026-07-04T15:06:35Z</dcterms:modified>
</cp:coreProperties>
</file>