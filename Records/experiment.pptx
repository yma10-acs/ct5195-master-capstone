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4" r:id="rId3"/>
    <p:sldId id="257" r:id="rId4"/>
    <p:sldId id="258" r:id="rId5"/>
    <p:sldId id="265" r:id="rId6"/>
    <p:sldId id="268" r:id="rId7"/>
    <p:sldId id="266" r:id="rId8"/>
    <p:sldId id="269" r:id="rId9"/>
    <p:sldId id="267" r:id="rId10"/>
    <p:sldId id="270" r:id="rId11"/>
    <p:sldId id="271" r:id="rId12"/>
    <p:sldId id="272" r:id="rId13"/>
    <p:sldId id="273" r:id="rId14"/>
    <p:sldId id="261" r:id="rId15"/>
    <p:sldId id="26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764D0D-8E46-AE4E-8CF5-70B258C78F6A}" v="290" dt="2026-07-07T08:40:19.5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00"/>
    <p:restoredTop sz="75061"/>
  </p:normalViewPr>
  <p:slideViewPr>
    <p:cSldViewPr snapToGrid="0">
      <p:cViewPr>
        <p:scale>
          <a:sx n="114" d="100"/>
          <a:sy n="114" d="100"/>
        </p:scale>
        <p:origin x="14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pc:chgData name="耀泉 马" userId="19e30af8d5659de2" providerId="LiveId" clId="{C3594856-CEDA-5129-B2AF-7962E3CA4CA3}" dt="2026-07-07T08:55:45.631" v="3219" actId="20577"/>
      <pc:docMkLst>
        <pc:docMk/>
      </pc:docMkLst>
      <pc:sldChg chg="modSp mod">
        <pc:chgData name="耀泉 马" userId="19e30af8d5659de2" providerId="LiveId" clId="{C3594856-CEDA-5129-B2AF-7962E3CA4CA3}" dt="2026-07-07T08:21:48.524" v="3128"/>
        <pc:sldMkLst>
          <pc:docMk/>
          <pc:sldMk cId="46466474" sldId="256"/>
        </pc:sldMkLst>
        <pc:spChg chg="mod">
          <ac:chgData name="耀泉 马" userId="19e30af8d5659de2" providerId="LiveId" clId="{C3594856-CEDA-5129-B2AF-7962E3CA4CA3}" dt="2026-07-06T12:36:34.999" v="549" actId="27636"/>
          <ac:spMkLst>
            <pc:docMk/>
            <pc:sldMk cId="46466474" sldId="256"/>
            <ac:spMk id="2" creationId="{7C242083-3667-FCF0-CDA8-01809AE9F55A}"/>
          </ac:spMkLst>
        </pc:spChg>
        <pc:spChg chg="mod">
          <ac:chgData name="耀泉 马" userId="19e30af8d5659de2" providerId="LiveId" clId="{C3594856-CEDA-5129-B2AF-7962E3CA4CA3}" dt="2026-07-07T08:21:48.524" v="3128"/>
          <ac:spMkLst>
            <pc:docMk/>
            <pc:sldMk cId="46466474" sldId="256"/>
            <ac:spMk id="3" creationId="{B9D89D5C-9A33-CDDA-A70A-790326EB583B}"/>
          </ac:spMkLst>
        </pc:spChg>
      </pc:sldChg>
      <pc:sldChg chg="modSp mod ord">
        <pc:chgData name="耀泉 马" userId="19e30af8d5659de2" providerId="LiveId" clId="{C3594856-CEDA-5129-B2AF-7962E3CA4CA3}" dt="2026-07-07T06:03:45.496" v="2842"/>
        <pc:sldMkLst>
          <pc:docMk/>
          <pc:sldMk cId="4075704444" sldId="257"/>
        </pc:sldMkLst>
        <pc:graphicFrameChg chg="mod modGraphic">
          <ac:chgData name="耀泉 马" userId="19e30af8d5659de2" providerId="LiveId" clId="{C3594856-CEDA-5129-B2AF-7962E3CA4CA3}" dt="2026-07-07T06:03:45.496" v="2842"/>
          <ac:graphicFrameMkLst>
            <pc:docMk/>
            <pc:sldMk cId="4075704444" sldId="257"/>
            <ac:graphicFrameMk id="4" creationId="{C02EC1EC-9FF0-E0B7-692C-574FC8CEA821}"/>
          </ac:graphicFrameMkLst>
        </pc:graphicFrameChg>
      </pc:sldChg>
      <pc:sldChg chg="addSp delSp modSp mod ord">
        <pc:chgData name="耀泉 马" userId="19e30af8d5659de2" providerId="LiveId" clId="{C3594856-CEDA-5129-B2AF-7962E3CA4CA3}" dt="2026-07-07T06:04:15.654" v="2879" actId="20577"/>
        <pc:sldMkLst>
          <pc:docMk/>
          <pc:sldMk cId="35631109" sldId="258"/>
        </pc:sldMkLst>
        <pc:spChg chg="mod">
          <ac:chgData name="耀泉 马" userId="19e30af8d5659de2" providerId="LiveId" clId="{C3594856-CEDA-5129-B2AF-7962E3CA4CA3}" dt="2026-07-04T14:19:44.832" v="7" actId="20577"/>
          <ac:spMkLst>
            <pc:docMk/>
            <pc:sldMk cId="35631109" sldId="258"/>
            <ac:spMk id="2" creationId="{DE1BEF8D-5B9A-A461-B4B9-BE6B52756531}"/>
          </ac:spMkLst>
        </pc:spChg>
        <pc:spChg chg="mod">
          <ac:chgData name="耀泉 马" userId="19e30af8d5659de2" providerId="LiveId" clId="{C3594856-CEDA-5129-B2AF-7962E3CA4CA3}" dt="2026-07-07T06:04:15.654" v="2879" actId="20577"/>
          <ac:spMkLst>
            <pc:docMk/>
            <pc:sldMk cId="35631109" sldId="258"/>
            <ac:spMk id="3" creationId="{7308112B-78EA-B635-2E18-42DE708C5642}"/>
          </ac:spMkLst>
        </pc:spChg>
        <pc:spChg chg="add mod">
          <ac:chgData name="耀泉 马" userId="19e30af8d5659de2" providerId="LiveId" clId="{C3594856-CEDA-5129-B2AF-7962E3CA4CA3}" dt="2026-07-06T14:14:44.068" v="934" actId="1076"/>
          <ac:spMkLst>
            <pc:docMk/>
            <pc:sldMk cId="35631109" sldId="258"/>
            <ac:spMk id="4" creationId="{12239E8C-D8EE-2B21-9CB2-FB1E597D8FB7}"/>
          </ac:spMkLst>
        </pc:spChg>
        <pc:spChg chg="add mod">
          <ac:chgData name="耀泉 马" userId="19e30af8d5659de2" providerId="LiveId" clId="{C3594856-CEDA-5129-B2AF-7962E3CA4CA3}" dt="2026-07-06T14:15:02.780" v="966" actId="1038"/>
          <ac:spMkLst>
            <pc:docMk/>
            <pc:sldMk cId="35631109" sldId="258"/>
            <ac:spMk id="5" creationId="{D0E85236-7C36-AF79-4F95-200D02A74E16}"/>
          </ac:spMkLst>
        </pc:spChg>
        <pc:spChg chg="add mod">
          <ac:chgData name="耀泉 马" userId="19e30af8d5659de2" providerId="LiveId" clId="{C3594856-CEDA-5129-B2AF-7962E3CA4CA3}" dt="2026-07-06T14:15:07.744" v="967"/>
          <ac:spMkLst>
            <pc:docMk/>
            <pc:sldMk cId="35631109" sldId="258"/>
            <ac:spMk id="6" creationId="{39C600C6-1429-5E5B-BF7E-B5CD4F62907E}"/>
          </ac:spMkLst>
        </pc:spChg>
        <pc:spChg chg="add mod">
          <ac:chgData name="耀泉 马" userId="19e30af8d5659de2" providerId="LiveId" clId="{C3594856-CEDA-5129-B2AF-7962E3CA4CA3}" dt="2026-07-06T14:20:34.760" v="1066" actId="1035"/>
          <ac:spMkLst>
            <pc:docMk/>
            <pc:sldMk cId="35631109" sldId="258"/>
            <ac:spMk id="7" creationId="{569B8972-F4B3-9E1C-4430-981EA905D146}"/>
          </ac:spMkLst>
        </pc:spChg>
        <pc:spChg chg="add mod">
          <ac:chgData name="耀泉 马" userId="19e30af8d5659de2" providerId="LiveId" clId="{C3594856-CEDA-5129-B2AF-7962E3CA4CA3}" dt="2026-07-06T15:49:13.824" v="2125" actId="1038"/>
          <ac:spMkLst>
            <pc:docMk/>
            <pc:sldMk cId="35631109" sldId="258"/>
            <ac:spMk id="8" creationId="{AF556C30-8722-4273-C5C6-F61CDC835ABC}"/>
          </ac:spMkLst>
        </pc:spChg>
        <pc:spChg chg="add mod">
          <ac:chgData name="耀泉 马" userId="19e30af8d5659de2" providerId="LiveId" clId="{C3594856-CEDA-5129-B2AF-7962E3CA4CA3}" dt="2026-07-06T14:15:28.150" v="971" actId="1076"/>
          <ac:spMkLst>
            <pc:docMk/>
            <pc:sldMk cId="35631109" sldId="258"/>
            <ac:spMk id="9" creationId="{78A8CBE9-8B46-90A3-6BA9-91A9B5BFD674}"/>
          </ac:spMkLst>
        </pc:spChg>
        <pc:spChg chg="add mod">
          <ac:chgData name="耀泉 马" userId="19e30af8d5659de2" providerId="LiveId" clId="{C3594856-CEDA-5129-B2AF-7962E3CA4CA3}" dt="2026-07-06T14:22:44.368" v="1082" actId="20577"/>
          <ac:spMkLst>
            <pc:docMk/>
            <pc:sldMk cId="35631109" sldId="258"/>
            <ac:spMk id="10" creationId="{6FC709C1-D3E0-3425-8645-D5811D63DA71}"/>
          </ac:spMkLst>
        </pc:spChg>
        <pc:spChg chg="add mod">
          <ac:chgData name="耀泉 马" userId="19e30af8d5659de2" providerId="LiveId" clId="{C3594856-CEDA-5129-B2AF-7962E3CA4CA3}" dt="2026-07-06T15:48:57.262" v="2120" actId="1035"/>
          <ac:spMkLst>
            <pc:docMk/>
            <pc:sldMk cId="35631109" sldId="258"/>
            <ac:spMk id="11" creationId="{8C0981B3-04A1-09DA-BAB5-4C1D711F7E34}"/>
          </ac:spMkLst>
        </pc:spChg>
        <pc:spChg chg="add mod">
          <ac:chgData name="耀泉 马" userId="19e30af8d5659de2" providerId="LiveId" clId="{C3594856-CEDA-5129-B2AF-7962E3CA4CA3}" dt="2026-07-06T15:49:02.992" v="2121" actId="1076"/>
          <ac:spMkLst>
            <pc:docMk/>
            <pc:sldMk cId="35631109" sldId="258"/>
            <ac:spMk id="12" creationId="{AF15392F-D543-55F4-1311-F5D1DF641C04}"/>
          </ac:spMkLst>
        </pc:spChg>
        <pc:spChg chg="add mod">
          <ac:chgData name="耀泉 马" userId="19e30af8d5659de2" providerId="LiveId" clId="{C3594856-CEDA-5129-B2AF-7962E3CA4CA3}" dt="2026-07-06T14:21:39.843" v="1073" actId="21"/>
          <ac:spMkLst>
            <pc:docMk/>
            <pc:sldMk cId="35631109" sldId="258"/>
            <ac:spMk id="13" creationId="{90ABF085-94B6-006B-E77C-025FE4DA7610}"/>
          </ac:spMkLst>
        </pc:spChg>
        <pc:spChg chg="add mod">
          <ac:chgData name="耀泉 马" userId="19e30af8d5659de2" providerId="LiveId" clId="{C3594856-CEDA-5129-B2AF-7962E3CA4CA3}" dt="2026-07-06T14:33:35.629" v="1257" actId="20577"/>
          <ac:spMkLst>
            <pc:docMk/>
            <pc:sldMk cId="35631109" sldId="258"/>
            <ac:spMk id="14" creationId="{6A681C7B-24C2-3FAC-53A3-1970569B4FBE}"/>
          </ac:spMkLst>
        </pc:spChg>
        <pc:spChg chg="add del mod">
          <ac:chgData name="耀泉 马" userId="19e30af8d5659de2" providerId="LiveId" clId="{C3594856-CEDA-5129-B2AF-7962E3CA4CA3}" dt="2026-07-06T14:22:39.181" v="1081" actId="478"/>
          <ac:spMkLst>
            <pc:docMk/>
            <pc:sldMk cId="35631109" sldId="258"/>
            <ac:spMk id="15" creationId="{EDF5F9A4-5823-2AAC-2FED-BEC2CD1ACC17}"/>
          </ac:spMkLst>
        </pc:spChg>
        <pc:spChg chg="add mod">
          <ac:chgData name="耀泉 马" userId="19e30af8d5659de2" providerId="LiveId" clId="{C3594856-CEDA-5129-B2AF-7962E3CA4CA3}" dt="2026-07-06T14:31:47.127" v="1252" actId="207"/>
          <ac:spMkLst>
            <pc:docMk/>
            <pc:sldMk cId="35631109" sldId="258"/>
            <ac:spMk id="16" creationId="{13F391ED-FA9A-15C2-E972-D961EDB46546}"/>
          </ac:spMkLst>
        </pc:spChg>
        <pc:spChg chg="add del mod">
          <ac:chgData name="耀泉 马" userId="19e30af8d5659de2" providerId="LiveId" clId="{C3594856-CEDA-5129-B2AF-7962E3CA4CA3}" dt="2026-07-06T14:46:58.001" v="1511" actId="478"/>
          <ac:spMkLst>
            <pc:docMk/>
            <pc:sldMk cId="35631109" sldId="258"/>
            <ac:spMk id="17" creationId="{4C58D05C-B251-A839-2183-D47129451B74}"/>
          </ac:spMkLst>
        </pc:spChg>
        <pc:spChg chg="add del mod">
          <ac:chgData name="耀泉 马" userId="19e30af8d5659de2" providerId="LiveId" clId="{C3594856-CEDA-5129-B2AF-7962E3CA4CA3}" dt="2026-07-06T14:46:58.001" v="1511" actId="478"/>
          <ac:spMkLst>
            <pc:docMk/>
            <pc:sldMk cId="35631109" sldId="258"/>
            <ac:spMk id="18" creationId="{6692C2E0-2C1D-44FA-2DAB-46C02D662865}"/>
          </ac:spMkLst>
        </pc:spChg>
        <pc:spChg chg="add del mod">
          <ac:chgData name="耀泉 马" userId="19e30af8d5659de2" providerId="LiveId" clId="{C3594856-CEDA-5129-B2AF-7962E3CA4CA3}" dt="2026-07-06T14:46:58.001" v="1511" actId="478"/>
          <ac:spMkLst>
            <pc:docMk/>
            <pc:sldMk cId="35631109" sldId="258"/>
            <ac:spMk id="19" creationId="{64B5D6EC-FA15-E5A0-C1CA-F7DA4F3F9B53}"/>
          </ac:spMkLst>
        </pc:spChg>
        <pc:spChg chg="add del mod">
          <ac:chgData name="耀泉 马" userId="19e30af8d5659de2" providerId="LiveId" clId="{C3594856-CEDA-5129-B2AF-7962E3CA4CA3}" dt="2026-07-06T14:46:58.001" v="1511" actId="478"/>
          <ac:spMkLst>
            <pc:docMk/>
            <pc:sldMk cId="35631109" sldId="258"/>
            <ac:spMk id="20" creationId="{10C4571F-9CBF-F287-F2F5-52BFAF0CB652}"/>
          </ac:spMkLst>
        </pc:spChg>
        <pc:spChg chg="add mod">
          <ac:chgData name="耀泉 马" userId="19e30af8d5659de2" providerId="LiveId" clId="{C3594856-CEDA-5129-B2AF-7962E3CA4CA3}" dt="2026-07-06T14:39:40.212" v="1359" actId="14100"/>
          <ac:spMkLst>
            <pc:docMk/>
            <pc:sldMk cId="35631109" sldId="258"/>
            <ac:spMk id="21" creationId="{6087F990-6B8B-8225-A80E-CF03AEB5334B}"/>
          </ac:spMkLst>
        </pc:spChg>
        <pc:spChg chg="add del mod">
          <ac:chgData name="耀泉 马" userId="19e30af8d5659de2" providerId="LiveId" clId="{C3594856-CEDA-5129-B2AF-7962E3CA4CA3}" dt="2026-07-06T14:46:58.001" v="1511" actId="478"/>
          <ac:spMkLst>
            <pc:docMk/>
            <pc:sldMk cId="35631109" sldId="258"/>
            <ac:spMk id="22" creationId="{1C7B428F-CCAC-46F6-24AF-CA63E546FBBA}"/>
          </ac:spMkLst>
        </pc:spChg>
        <pc:spChg chg="add del mod">
          <ac:chgData name="耀泉 马" userId="19e30af8d5659de2" providerId="LiveId" clId="{C3594856-CEDA-5129-B2AF-7962E3CA4CA3}" dt="2026-07-06T14:46:58.001" v="1511" actId="478"/>
          <ac:spMkLst>
            <pc:docMk/>
            <pc:sldMk cId="35631109" sldId="258"/>
            <ac:spMk id="23" creationId="{5389CA7E-8BEC-BAF7-E889-41790BF328FF}"/>
          </ac:spMkLst>
        </pc:spChg>
        <pc:spChg chg="add mod">
          <ac:chgData name="耀泉 马" userId="19e30af8d5659de2" providerId="LiveId" clId="{C3594856-CEDA-5129-B2AF-7962E3CA4CA3}" dt="2026-07-06T14:42:05.216" v="1435"/>
          <ac:spMkLst>
            <pc:docMk/>
            <pc:sldMk cId="35631109" sldId="258"/>
            <ac:spMk id="24" creationId="{D29E635D-791C-771F-3A5C-46F32650E43E}"/>
          </ac:spMkLst>
        </pc:spChg>
        <pc:spChg chg="add mod">
          <ac:chgData name="耀泉 马" userId="19e30af8d5659de2" providerId="LiveId" clId="{C3594856-CEDA-5129-B2AF-7962E3CA4CA3}" dt="2026-07-06T14:42:05.216" v="1435"/>
          <ac:spMkLst>
            <pc:docMk/>
            <pc:sldMk cId="35631109" sldId="258"/>
            <ac:spMk id="25" creationId="{51C93756-EBA8-2C12-01AE-FDD35EB81504}"/>
          </ac:spMkLst>
        </pc:spChg>
        <pc:spChg chg="add mod">
          <ac:chgData name="耀泉 马" userId="19e30af8d5659de2" providerId="LiveId" clId="{C3594856-CEDA-5129-B2AF-7962E3CA4CA3}" dt="2026-07-06T14:47:00.990" v="1515" actId="1036"/>
          <ac:spMkLst>
            <pc:docMk/>
            <pc:sldMk cId="35631109" sldId="258"/>
            <ac:spMk id="26" creationId="{583CDFCC-2E3C-6890-3666-71CB9CF639B9}"/>
          </ac:spMkLst>
        </pc:spChg>
        <pc:spChg chg="add mod">
          <ac:chgData name="耀泉 马" userId="19e30af8d5659de2" providerId="LiveId" clId="{C3594856-CEDA-5129-B2AF-7962E3CA4CA3}" dt="2026-07-06T14:47:00.990" v="1515" actId="1036"/>
          <ac:spMkLst>
            <pc:docMk/>
            <pc:sldMk cId="35631109" sldId="258"/>
            <ac:spMk id="27" creationId="{D1E9DF30-6B9C-E037-0CE0-4DB953788253}"/>
          </ac:spMkLst>
        </pc:spChg>
        <pc:spChg chg="add mod">
          <ac:chgData name="耀泉 马" userId="19e30af8d5659de2" providerId="LiveId" clId="{C3594856-CEDA-5129-B2AF-7962E3CA4CA3}" dt="2026-07-06T14:47:00.990" v="1515" actId="1036"/>
          <ac:spMkLst>
            <pc:docMk/>
            <pc:sldMk cId="35631109" sldId="258"/>
            <ac:spMk id="28" creationId="{A4591EA8-8662-0AAE-E784-A640267FA77D}"/>
          </ac:spMkLst>
        </pc:spChg>
        <pc:spChg chg="add mod">
          <ac:chgData name="耀泉 马" userId="19e30af8d5659de2" providerId="LiveId" clId="{C3594856-CEDA-5129-B2AF-7962E3CA4CA3}" dt="2026-07-06T14:47:00.990" v="1515" actId="1036"/>
          <ac:spMkLst>
            <pc:docMk/>
            <pc:sldMk cId="35631109" sldId="258"/>
            <ac:spMk id="29" creationId="{5B05EF8C-FCC8-62DB-C1EE-DA432BE13104}"/>
          </ac:spMkLst>
        </pc:spChg>
        <pc:spChg chg="add mod">
          <ac:chgData name="耀泉 马" userId="19e30af8d5659de2" providerId="LiveId" clId="{C3594856-CEDA-5129-B2AF-7962E3CA4CA3}" dt="2026-07-06T14:45:26.194" v="1483" actId="1076"/>
          <ac:spMkLst>
            <pc:docMk/>
            <pc:sldMk cId="35631109" sldId="258"/>
            <ac:spMk id="30" creationId="{36DE36C2-BA65-C1BB-90E2-8CD64DD4E2C6}"/>
          </ac:spMkLst>
        </pc:spChg>
        <pc:spChg chg="add mod">
          <ac:chgData name="耀泉 马" userId="19e30af8d5659de2" providerId="LiveId" clId="{C3594856-CEDA-5129-B2AF-7962E3CA4CA3}" dt="2026-07-06T14:47:00.990" v="1515" actId="1036"/>
          <ac:spMkLst>
            <pc:docMk/>
            <pc:sldMk cId="35631109" sldId="258"/>
            <ac:spMk id="31" creationId="{B269ECA1-3868-F3A9-DE85-DD51A2962B9A}"/>
          </ac:spMkLst>
        </pc:spChg>
      </pc:sldChg>
      <pc:sldChg chg="modSp new del mod ord">
        <pc:chgData name="耀泉 马" userId="19e30af8d5659de2" providerId="LiveId" clId="{C3594856-CEDA-5129-B2AF-7962E3CA4CA3}" dt="2026-07-06T13:24:49.908" v="931" actId="2696"/>
        <pc:sldMkLst>
          <pc:docMk/>
          <pc:sldMk cId="3179447258" sldId="259"/>
        </pc:sldMkLst>
      </pc:sldChg>
      <pc:sldChg chg="modSp new mod">
        <pc:chgData name="耀泉 马" userId="19e30af8d5659de2" providerId="LiveId" clId="{C3594856-CEDA-5129-B2AF-7962E3CA4CA3}" dt="2026-07-07T08:55:45.631" v="3219" actId="20577"/>
        <pc:sldMkLst>
          <pc:docMk/>
          <pc:sldMk cId="53360945" sldId="260"/>
        </pc:sldMkLst>
        <pc:spChg chg="mod">
          <ac:chgData name="耀泉 马" userId="19e30af8d5659de2" providerId="LiveId" clId="{C3594856-CEDA-5129-B2AF-7962E3CA4CA3}" dt="2026-07-06T11:18:17.124" v="545" actId="20577"/>
          <ac:spMkLst>
            <pc:docMk/>
            <pc:sldMk cId="53360945" sldId="260"/>
            <ac:spMk id="2" creationId="{9387D79C-F6E0-8478-BE74-55B26B393D11}"/>
          </ac:spMkLst>
        </pc:spChg>
        <pc:spChg chg="mod">
          <ac:chgData name="耀泉 马" userId="19e30af8d5659de2" providerId="LiveId" clId="{C3594856-CEDA-5129-B2AF-7962E3CA4CA3}" dt="2026-07-07T08:55:45.631" v="3219" actId="20577"/>
          <ac:spMkLst>
            <pc:docMk/>
            <pc:sldMk cId="53360945" sldId="260"/>
            <ac:spMk id="3" creationId="{A4A3B5C6-CDB3-79F1-A20C-E678F6A54230}"/>
          </ac:spMkLst>
        </pc:spChg>
      </pc:sldChg>
      <pc:sldChg chg="addSp modSp new mod">
        <pc:chgData name="耀泉 马" userId="19e30af8d5659de2" providerId="LiveId" clId="{C3594856-CEDA-5129-B2AF-7962E3CA4CA3}" dt="2026-07-07T08:52:02.854" v="3213" actId="20577"/>
        <pc:sldMkLst>
          <pc:docMk/>
          <pc:sldMk cId="995147252" sldId="261"/>
        </pc:sldMkLst>
        <pc:spChg chg="mod">
          <ac:chgData name="耀泉 马" userId="19e30af8d5659de2" providerId="LiveId" clId="{C3594856-CEDA-5129-B2AF-7962E3CA4CA3}" dt="2026-07-07T08:52:02.854" v="3213" actId="20577"/>
          <ac:spMkLst>
            <pc:docMk/>
            <pc:sldMk cId="995147252" sldId="261"/>
            <ac:spMk id="2" creationId="{55C1FA44-6518-D491-231E-5C210026D9DD}"/>
          </ac:spMkLst>
        </pc:spChg>
        <pc:spChg chg="mod">
          <ac:chgData name="耀泉 马" userId="19e30af8d5659de2" providerId="LiveId" clId="{C3594856-CEDA-5129-B2AF-7962E3CA4CA3}" dt="2026-07-07T05:15:54.836" v="2659" actId="20577"/>
          <ac:spMkLst>
            <pc:docMk/>
            <pc:sldMk cId="995147252" sldId="261"/>
            <ac:spMk id="3" creationId="{D9C9F56C-6339-EAB7-E2B2-93D86532DF89}"/>
          </ac:spMkLst>
        </pc:spChg>
        <pc:spChg chg="add mod">
          <ac:chgData name="耀泉 马" userId="19e30af8d5659de2" providerId="LiveId" clId="{C3594856-CEDA-5129-B2AF-7962E3CA4CA3}" dt="2026-07-06T13:00:30.311" v="594" actId="14100"/>
          <ac:spMkLst>
            <pc:docMk/>
            <pc:sldMk cId="995147252" sldId="261"/>
            <ac:spMk id="4" creationId="{658CD96B-3D57-C90F-0289-2787945FF76C}"/>
          </ac:spMkLst>
        </pc:spChg>
        <pc:spChg chg="add mod">
          <ac:chgData name="耀泉 马" userId="19e30af8d5659de2" providerId="LiveId" clId="{C3594856-CEDA-5129-B2AF-7962E3CA4CA3}" dt="2026-07-06T13:00:32.879" v="595" actId="1076"/>
          <ac:spMkLst>
            <pc:docMk/>
            <pc:sldMk cId="995147252" sldId="261"/>
            <ac:spMk id="5" creationId="{F9EA4119-B15C-9896-4B50-A9E39BA50D81}"/>
          </ac:spMkLst>
        </pc:spChg>
      </pc:sldChg>
      <pc:sldChg chg="new del">
        <pc:chgData name="耀泉 马" userId="19e30af8d5659de2" providerId="LiveId" clId="{C3594856-CEDA-5129-B2AF-7962E3CA4CA3}" dt="2026-07-06T12:45:26.930" v="564" actId="2696"/>
        <pc:sldMkLst>
          <pc:docMk/>
          <pc:sldMk cId="1254643433" sldId="262"/>
        </pc:sldMkLst>
      </pc:sldChg>
      <pc:sldChg chg="modSp new add del mod ord">
        <pc:chgData name="耀泉 马" userId="19e30af8d5659de2" providerId="LiveId" clId="{C3594856-CEDA-5129-B2AF-7962E3CA4CA3}" dt="2026-07-06T22:27:15.033" v="2372" actId="2696"/>
        <pc:sldMkLst>
          <pc:docMk/>
          <pc:sldMk cId="3225547686" sldId="262"/>
        </pc:sldMkLst>
        <pc:spChg chg="mod">
          <ac:chgData name="耀泉 马" userId="19e30af8d5659de2" providerId="LiveId" clId="{C3594856-CEDA-5129-B2AF-7962E3CA4CA3}" dt="2026-07-06T13:17:31.371" v="860" actId="27636"/>
          <ac:spMkLst>
            <pc:docMk/>
            <pc:sldMk cId="3225547686" sldId="262"/>
            <ac:spMk id="2" creationId="{BF5DCA86-7AE8-7242-A4C8-0E43A0FC90C7}"/>
          </ac:spMkLst>
        </pc:spChg>
      </pc:sldChg>
      <pc:sldChg chg="modSp new add del mod">
        <pc:chgData name="耀泉 马" userId="19e30af8d5659de2" providerId="LiveId" clId="{C3594856-CEDA-5129-B2AF-7962E3CA4CA3}" dt="2026-07-06T22:27:27.452" v="2374" actId="2696"/>
        <pc:sldMkLst>
          <pc:docMk/>
          <pc:sldMk cId="2244211708" sldId="263"/>
        </pc:sldMkLst>
        <pc:spChg chg="mod">
          <ac:chgData name="耀泉 马" userId="19e30af8d5659de2" providerId="LiveId" clId="{C3594856-CEDA-5129-B2AF-7962E3CA4CA3}" dt="2026-07-06T22:27:19.736" v="2373" actId="21"/>
          <ac:spMkLst>
            <pc:docMk/>
            <pc:sldMk cId="2244211708" sldId="263"/>
            <ac:spMk id="2" creationId="{BE216A78-FA3D-7432-3A4A-14B565D8C592}"/>
          </ac:spMkLst>
        </pc:spChg>
      </pc:sldChg>
      <pc:sldChg chg="addSp delSp modSp new mod">
        <pc:chgData name="耀泉 马" userId="19e30af8d5659de2" providerId="LiveId" clId="{C3594856-CEDA-5129-B2AF-7962E3CA4CA3}" dt="2026-07-07T08:23:46.651" v="3131" actId="20577"/>
        <pc:sldMkLst>
          <pc:docMk/>
          <pc:sldMk cId="4098136001" sldId="264"/>
        </pc:sldMkLst>
        <pc:spChg chg="mod">
          <ac:chgData name="耀泉 马" userId="19e30af8d5659de2" providerId="LiveId" clId="{C3594856-CEDA-5129-B2AF-7962E3CA4CA3}" dt="2026-07-06T13:19:34.220" v="873" actId="27636"/>
          <ac:spMkLst>
            <pc:docMk/>
            <pc:sldMk cId="4098136001" sldId="264"/>
            <ac:spMk id="2" creationId="{6D056841-C9EB-B1C5-E51E-01418EEB1C48}"/>
          </ac:spMkLst>
        </pc:spChg>
        <pc:spChg chg="del">
          <ac:chgData name="耀泉 马" userId="19e30af8d5659de2" providerId="LiveId" clId="{C3594856-CEDA-5129-B2AF-7962E3CA4CA3}" dt="2026-07-06T13:19:51.227" v="874" actId="3680"/>
          <ac:spMkLst>
            <pc:docMk/>
            <pc:sldMk cId="4098136001" sldId="264"/>
            <ac:spMk id="3" creationId="{54A7F14F-A5C7-94A3-C2DF-EC2ED342D50C}"/>
          </ac:spMkLst>
        </pc:spChg>
        <pc:spChg chg="add del">
          <ac:chgData name="耀泉 马" userId="19e30af8d5659de2" providerId="LiveId" clId="{C3594856-CEDA-5129-B2AF-7962E3CA4CA3}" dt="2026-07-06T13:19:32.076" v="869" actId="22"/>
          <ac:spMkLst>
            <pc:docMk/>
            <pc:sldMk cId="4098136001" sldId="264"/>
            <ac:spMk id="5" creationId="{ADD2D2A5-AE40-0DA8-803A-E48D91853FE2}"/>
          </ac:spMkLst>
        </pc:spChg>
        <pc:spChg chg="add del">
          <ac:chgData name="耀泉 马" userId="19e30af8d5659de2" providerId="LiveId" clId="{C3594856-CEDA-5129-B2AF-7962E3CA4CA3}" dt="2026-07-06T13:19:57.626" v="876" actId="22"/>
          <ac:spMkLst>
            <pc:docMk/>
            <pc:sldMk cId="4098136001" sldId="264"/>
            <ac:spMk id="8" creationId="{6A231DC3-0B61-C592-1290-251D5D5D9A72}"/>
          </ac:spMkLst>
        </pc:spChg>
        <pc:spChg chg="add mod">
          <ac:chgData name="耀泉 马" userId="19e30af8d5659de2" providerId="LiveId" clId="{C3594856-CEDA-5129-B2AF-7962E3CA4CA3}" dt="2026-07-07T05:20:34.158" v="2663"/>
          <ac:spMkLst>
            <pc:docMk/>
            <pc:sldMk cId="4098136001" sldId="264"/>
            <ac:spMk id="9" creationId="{65B5DB0D-49F0-8D60-F6D9-04E68885F5FF}"/>
          </ac:spMkLst>
        </pc:spChg>
        <pc:graphicFrameChg chg="add mod ord modGraphic">
          <ac:chgData name="耀泉 马" userId="19e30af8d5659de2" providerId="LiveId" clId="{C3594856-CEDA-5129-B2AF-7962E3CA4CA3}" dt="2026-07-07T08:23:46.651" v="3131" actId="20577"/>
          <ac:graphicFrameMkLst>
            <pc:docMk/>
            <pc:sldMk cId="4098136001" sldId="264"/>
            <ac:graphicFrameMk id="6" creationId="{61ABFF60-EC8A-3DEB-4C41-381E0DB5F554}"/>
          </ac:graphicFrameMkLst>
        </pc:graphicFrameChg>
      </pc:sldChg>
      <pc:sldChg chg="addSp delSp modSp new mod modNotesTx">
        <pc:chgData name="耀泉 马" userId="19e30af8d5659de2" providerId="LiveId" clId="{C3594856-CEDA-5129-B2AF-7962E3CA4CA3}" dt="2026-07-07T08:29:04.175" v="3138" actId="20577"/>
        <pc:sldMkLst>
          <pc:docMk/>
          <pc:sldMk cId="729314180" sldId="265"/>
        </pc:sldMkLst>
        <pc:spChg chg="mod">
          <ac:chgData name="耀泉 马" userId="19e30af8d5659de2" providerId="LiveId" clId="{C3594856-CEDA-5129-B2AF-7962E3CA4CA3}" dt="2026-07-06T15:42:47.308" v="1956" actId="20577"/>
          <ac:spMkLst>
            <pc:docMk/>
            <pc:sldMk cId="729314180" sldId="265"/>
            <ac:spMk id="2" creationId="{1E70FCC8-E417-02CA-FDB0-A68799994E02}"/>
          </ac:spMkLst>
        </pc:spChg>
        <pc:spChg chg="del mod">
          <ac:chgData name="耀泉 马" userId="19e30af8d5659de2" providerId="LiveId" clId="{C3594856-CEDA-5129-B2AF-7962E3CA4CA3}" dt="2026-07-06T15:34:09.812" v="1591" actId="3680"/>
          <ac:spMkLst>
            <pc:docMk/>
            <pc:sldMk cId="729314180" sldId="265"/>
            <ac:spMk id="3" creationId="{82A77A12-C283-4046-CA60-7D02BCCE511F}"/>
          </ac:spMkLst>
        </pc:spChg>
        <pc:graphicFrameChg chg="add mod ord modGraphic">
          <ac:chgData name="耀泉 马" userId="19e30af8d5659de2" providerId="LiveId" clId="{C3594856-CEDA-5129-B2AF-7962E3CA4CA3}" dt="2026-07-07T08:27:44.537" v="3136" actId="20577"/>
          <ac:graphicFrameMkLst>
            <pc:docMk/>
            <pc:sldMk cId="729314180" sldId="265"/>
            <ac:graphicFrameMk id="4" creationId="{FDDD12B8-C530-2800-ADF7-22D0FE6F6619}"/>
          </ac:graphicFrameMkLst>
        </pc:graphicFrameChg>
      </pc:sldChg>
      <pc:sldChg chg="modSp add mod modNotesTx">
        <pc:chgData name="耀泉 马" userId="19e30af8d5659de2" providerId="LiveId" clId="{C3594856-CEDA-5129-B2AF-7962E3CA4CA3}" dt="2026-07-07T06:35:05.272" v="2976"/>
        <pc:sldMkLst>
          <pc:docMk/>
          <pc:sldMk cId="1369336720" sldId="266"/>
        </pc:sldMkLst>
        <pc:spChg chg="mod">
          <ac:chgData name="耀泉 马" userId="19e30af8d5659de2" providerId="LiveId" clId="{C3594856-CEDA-5129-B2AF-7962E3CA4CA3}" dt="2026-07-07T06:10:59.122" v="2890" actId="20577"/>
          <ac:spMkLst>
            <pc:docMk/>
            <pc:sldMk cId="1369336720" sldId="266"/>
            <ac:spMk id="2" creationId="{0AD31E1F-4DC1-E802-793B-E81DE612C316}"/>
          </ac:spMkLst>
        </pc:spChg>
        <pc:graphicFrameChg chg="mod modGraphic">
          <ac:chgData name="耀泉 马" userId="19e30af8d5659de2" providerId="LiveId" clId="{C3594856-CEDA-5129-B2AF-7962E3CA4CA3}" dt="2026-07-07T06:35:05.272" v="2976"/>
          <ac:graphicFrameMkLst>
            <pc:docMk/>
            <pc:sldMk cId="1369336720" sldId="266"/>
            <ac:graphicFrameMk id="4" creationId="{954E03B5-1DE7-31B9-E397-7DFA3548B25B}"/>
          </ac:graphicFrameMkLst>
        </pc:graphicFrameChg>
      </pc:sldChg>
      <pc:sldChg chg="addSp modSp new mod modNotesTx">
        <pc:chgData name="耀泉 马" userId="19e30af8d5659de2" providerId="LiveId" clId="{C3594856-CEDA-5129-B2AF-7962E3CA4CA3}" dt="2026-07-07T05:56:16.394" v="2838" actId="20577"/>
        <pc:sldMkLst>
          <pc:docMk/>
          <pc:sldMk cId="843060192" sldId="267"/>
        </pc:sldMkLst>
        <pc:spChg chg="mod">
          <ac:chgData name="耀泉 马" userId="19e30af8d5659de2" providerId="LiveId" clId="{C3594856-CEDA-5129-B2AF-7962E3CA4CA3}" dt="2026-07-06T15:48:36.556" v="2118" actId="20577"/>
          <ac:spMkLst>
            <pc:docMk/>
            <pc:sldMk cId="843060192" sldId="267"/>
            <ac:spMk id="2" creationId="{D032DAA5-9D7D-7892-E745-7D2A1F30F67D}"/>
          </ac:spMkLst>
        </pc:spChg>
        <pc:spChg chg="mod">
          <ac:chgData name="耀泉 马" userId="19e30af8d5659de2" providerId="LiveId" clId="{C3594856-CEDA-5129-B2AF-7962E3CA4CA3}" dt="2026-07-07T05:56:16.394" v="2838" actId="20577"/>
          <ac:spMkLst>
            <pc:docMk/>
            <pc:sldMk cId="843060192" sldId="267"/>
            <ac:spMk id="3" creationId="{BFE19E9F-E266-AE5D-5498-A94CB0208C7F}"/>
          </ac:spMkLst>
        </pc:spChg>
        <pc:graphicFrameChg chg="add mod modGraphic">
          <ac:chgData name="耀泉 马" userId="19e30af8d5659de2" providerId="LiveId" clId="{C3594856-CEDA-5129-B2AF-7962E3CA4CA3}" dt="2026-07-07T05:48:33.520" v="2809" actId="20577"/>
          <ac:graphicFrameMkLst>
            <pc:docMk/>
            <pc:sldMk cId="843060192" sldId="267"/>
            <ac:graphicFrameMk id="4" creationId="{ECFA8844-C062-716A-2D62-AB5CFBEC373B}"/>
          </ac:graphicFrameMkLst>
        </pc:graphicFrameChg>
      </pc:sldChg>
      <pc:sldChg chg="addSp delSp modSp add mod modNotesTx">
        <pc:chgData name="耀泉 马" userId="19e30af8d5659de2" providerId="LiveId" clId="{C3594856-CEDA-5129-B2AF-7962E3CA4CA3}" dt="2026-07-07T08:36:55.055" v="3202" actId="20577"/>
        <pc:sldMkLst>
          <pc:docMk/>
          <pc:sldMk cId="3984260910" sldId="268"/>
        </pc:sldMkLst>
        <pc:spChg chg="mod">
          <ac:chgData name="耀泉 马" userId="19e30af8d5659de2" providerId="LiveId" clId="{C3594856-CEDA-5129-B2AF-7962E3CA4CA3}" dt="2026-07-06T22:26:55.045" v="2367" actId="1076"/>
          <ac:spMkLst>
            <pc:docMk/>
            <pc:sldMk cId="3984260910" sldId="268"/>
            <ac:spMk id="2" creationId="{9E298A0A-2212-5E0B-7D74-5E4496CAC571}"/>
          </ac:spMkLst>
        </pc:spChg>
        <pc:spChg chg="add mod">
          <ac:chgData name="耀泉 马" userId="19e30af8d5659de2" providerId="LiveId" clId="{C3594856-CEDA-5129-B2AF-7962E3CA4CA3}" dt="2026-07-06T22:26:59.681" v="2368" actId="1076"/>
          <ac:spMkLst>
            <pc:docMk/>
            <pc:sldMk cId="3984260910" sldId="268"/>
            <ac:spMk id="5" creationId="{52370DF7-7FB4-BD29-799E-82A6E08A8E69}"/>
          </ac:spMkLst>
        </pc:spChg>
        <pc:spChg chg="add mod">
          <ac:chgData name="耀泉 马" userId="19e30af8d5659de2" providerId="LiveId" clId="{C3594856-CEDA-5129-B2AF-7962E3CA4CA3}" dt="2026-07-06T22:27:07.430" v="2371" actId="14100"/>
          <ac:spMkLst>
            <pc:docMk/>
            <pc:sldMk cId="3984260910" sldId="268"/>
            <ac:spMk id="8" creationId="{8B9D4C5E-C541-4AE9-F56D-19CD2E0A10FC}"/>
          </ac:spMkLst>
        </pc:spChg>
        <pc:graphicFrameChg chg="del">
          <ac:chgData name="耀泉 马" userId="19e30af8d5659de2" providerId="LiveId" clId="{C3594856-CEDA-5129-B2AF-7962E3CA4CA3}" dt="2026-07-06T22:22:41.725" v="2292" actId="478"/>
          <ac:graphicFrameMkLst>
            <pc:docMk/>
            <pc:sldMk cId="3984260910" sldId="268"/>
            <ac:graphicFrameMk id="4" creationId="{A2E420F5-87F8-1A09-E96A-CB38AC872556}"/>
          </ac:graphicFrameMkLst>
        </pc:graphicFrameChg>
        <pc:graphicFrameChg chg="add mod modGraphic">
          <ac:chgData name="耀泉 马" userId="19e30af8d5659de2" providerId="LiveId" clId="{C3594856-CEDA-5129-B2AF-7962E3CA4CA3}" dt="2026-07-07T08:30:34.832" v="3193" actId="20577"/>
          <ac:graphicFrameMkLst>
            <pc:docMk/>
            <pc:sldMk cId="3984260910" sldId="268"/>
            <ac:graphicFrameMk id="6" creationId="{5D6D8649-71AD-C152-F318-84BAC9D00373}"/>
          </ac:graphicFrameMkLst>
        </pc:graphicFrameChg>
      </pc:sldChg>
      <pc:sldChg chg="addSp delSp modSp new mod modNotesTx">
        <pc:chgData name="耀泉 马" userId="19e30af8d5659de2" providerId="LiveId" clId="{C3594856-CEDA-5129-B2AF-7962E3CA4CA3}" dt="2026-07-07T08:40:51.260" v="3212" actId="20577"/>
        <pc:sldMkLst>
          <pc:docMk/>
          <pc:sldMk cId="3987597944" sldId="269"/>
        </pc:sldMkLst>
        <pc:spChg chg="mod">
          <ac:chgData name="耀泉 马" userId="19e30af8d5659de2" providerId="LiveId" clId="{C3594856-CEDA-5129-B2AF-7962E3CA4CA3}" dt="2026-07-07T06:11:02.570" v="2895" actId="20577"/>
          <ac:spMkLst>
            <pc:docMk/>
            <pc:sldMk cId="3987597944" sldId="269"/>
            <ac:spMk id="2" creationId="{2DF856F0-5759-69BE-CE0E-C7C075FD5D08}"/>
          </ac:spMkLst>
        </pc:spChg>
        <pc:spChg chg="del mod">
          <ac:chgData name="耀泉 马" userId="19e30af8d5659de2" providerId="LiveId" clId="{C3594856-CEDA-5129-B2AF-7962E3CA4CA3}" dt="2026-07-06T22:42:10.609" v="2467" actId="478"/>
          <ac:spMkLst>
            <pc:docMk/>
            <pc:sldMk cId="3987597944" sldId="269"/>
            <ac:spMk id="3" creationId="{CAE41EBE-9D5E-591B-080D-D952A2CA3285}"/>
          </ac:spMkLst>
        </pc:spChg>
        <pc:spChg chg="add del mod">
          <ac:chgData name="耀泉 马" userId="19e30af8d5659de2" providerId="LiveId" clId="{C3594856-CEDA-5129-B2AF-7962E3CA4CA3}" dt="2026-07-06T22:43:02.686" v="2472" actId="478"/>
          <ac:spMkLst>
            <pc:docMk/>
            <pc:sldMk cId="3987597944" sldId="269"/>
            <ac:spMk id="5" creationId="{9BF49088-DE78-1094-B93C-E64B3F59B158}"/>
          </ac:spMkLst>
        </pc:spChg>
        <pc:graphicFrameChg chg="add mod modGraphic">
          <ac:chgData name="耀泉 马" userId="19e30af8d5659de2" providerId="LiveId" clId="{C3594856-CEDA-5129-B2AF-7962E3CA4CA3}" dt="2026-07-06T22:53:03.514" v="2655"/>
          <ac:graphicFrameMkLst>
            <pc:docMk/>
            <pc:sldMk cId="3987597944" sldId="269"/>
            <ac:graphicFrameMk id="4" creationId="{10467F80-6FE1-AAA0-5934-C061F3323B4C}"/>
          </ac:graphicFrameMkLst>
        </pc:graphicFrameChg>
      </pc:sldChg>
      <pc:sldChg chg="addSp delSp modSp new mod setBg">
        <pc:chgData name="耀泉 马" userId="19e30af8d5659de2" providerId="LiveId" clId="{C3594856-CEDA-5129-B2AF-7962E3CA4CA3}" dt="2026-07-07T06:53:28.869" v="2985" actId="26606"/>
        <pc:sldMkLst>
          <pc:docMk/>
          <pc:sldMk cId="3182603622" sldId="270"/>
        </pc:sldMkLst>
        <pc:spChg chg="del">
          <ac:chgData name="耀泉 马" userId="19e30af8d5659de2" providerId="LiveId" clId="{C3594856-CEDA-5129-B2AF-7962E3CA4CA3}" dt="2026-07-07T06:53:28.869" v="2985" actId="26606"/>
          <ac:spMkLst>
            <pc:docMk/>
            <pc:sldMk cId="3182603622" sldId="270"/>
            <ac:spMk id="2" creationId="{0A4C68E6-5F51-68DA-F082-57F93C1E2174}"/>
          </ac:spMkLst>
        </pc:spChg>
        <pc:spChg chg="del">
          <ac:chgData name="耀泉 马" userId="19e30af8d5659de2" providerId="LiveId" clId="{C3594856-CEDA-5129-B2AF-7962E3CA4CA3}" dt="2026-07-07T06:53:25.208" v="2984"/>
          <ac:spMkLst>
            <pc:docMk/>
            <pc:sldMk cId="3182603622" sldId="270"/>
            <ac:spMk id="3" creationId="{480CEC26-AC54-6F67-9C9D-C49D710180C5}"/>
          </ac:spMkLst>
        </pc:spChg>
        <pc:graphicFrameChg chg="add mod">
          <ac:chgData name="耀泉 马" userId="19e30af8d5659de2" providerId="LiveId" clId="{C3594856-CEDA-5129-B2AF-7962E3CA4CA3}" dt="2026-07-07T06:53:28.869" v="2985" actId="26606"/>
          <ac:graphicFrameMkLst>
            <pc:docMk/>
            <pc:sldMk cId="3182603622" sldId="270"/>
            <ac:graphicFrameMk id="4" creationId="{DDB80BFE-289F-ADE3-54D2-93B8F7E142B9}"/>
          </ac:graphicFrameMkLst>
        </pc:graphicFrameChg>
      </pc:sldChg>
      <pc:sldChg chg="addSp delSp modSp new mod setBg">
        <pc:chgData name="耀泉 马" userId="19e30af8d5659de2" providerId="LiveId" clId="{C3594856-CEDA-5129-B2AF-7962E3CA4CA3}" dt="2026-07-07T07:06:55.074" v="3107" actId="20577"/>
        <pc:sldMkLst>
          <pc:docMk/>
          <pc:sldMk cId="3029205287" sldId="271"/>
        </pc:sldMkLst>
        <pc:spChg chg="mod">
          <ac:chgData name="耀泉 马" userId="19e30af8d5659de2" providerId="LiveId" clId="{C3594856-CEDA-5129-B2AF-7962E3CA4CA3}" dt="2026-07-07T07:06:55.074" v="3107" actId="20577"/>
          <ac:spMkLst>
            <pc:docMk/>
            <pc:sldMk cId="3029205287" sldId="271"/>
            <ac:spMk id="2" creationId="{FE310519-7DB3-8B15-FDE6-83961ADC5753}"/>
          </ac:spMkLst>
        </pc:spChg>
        <pc:spChg chg="del">
          <ac:chgData name="耀泉 马" userId="19e30af8d5659de2" providerId="LiveId" clId="{C3594856-CEDA-5129-B2AF-7962E3CA4CA3}" dt="2026-07-07T06:56:48.283" v="3066"/>
          <ac:spMkLst>
            <pc:docMk/>
            <pc:sldMk cId="3029205287" sldId="271"/>
            <ac:spMk id="3" creationId="{072E66B4-21CC-9989-A2F3-EF88DEB380CB}"/>
          </ac:spMkLst>
        </pc:spChg>
        <pc:spChg chg="add del">
          <ac:chgData name="耀泉 马" userId="19e30af8d5659de2" providerId="LiveId" clId="{C3594856-CEDA-5129-B2AF-7962E3CA4CA3}" dt="2026-07-07T06:56:51.817" v="3068" actId="26606"/>
          <ac:spMkLst>
            <pc:docMk/>
            <pc:sldMk cId="3029205287" sldId="271"/>
            <ac:spMk id="9" creationId="{6753252F-4873-4F63-801D-CC719279A7D5}"/>
          </ac:spMkLst>
        </pc:spChg>
        <pc:spChg chg="add del">
          <ac:chgData name="耀泉 马" userId="19e30af8d5659de2" providerId="LiveId" clId="{C3594856-CEDA-5129-B2AF-7962E3CA4CA3}" dt="2026-07-07T06:56:51.817" v="3068" actId="26606"/>
          <ac:spMkLst>
            <pc:docMk/>
            <pc:sldMk cId="3029205287" sldId="271"/>
            <ac:spMk id="11" creationId="{047C8CCB-F95D-4249-92DD-651249D3535A}"/>
          </ac:spMkLst>
        </pc:spChg>
        <pc:spChg chg="add del">
          <ac:chgData name="耀泉 马" userId="19e30af8d5659de2" providerId="LiveId" clId="{C3594856-CEDA-5129-B2AF-7962E3CA4CA3}" dt="2026-07-07T07:04:27.283" v="3088" actId="26606"/>
          <ac:spMkLst>
            <pc:docMk/>
            <pc:sldMk cId="3029205287" sldId="271"/>
            <ac:spMk id="13" creationId="{53F29798-D584-4792-9B62-3F5F5C36D619}"/>
          </ac:spMkLst>
        </pc:spChg>
        <pc:spChg chg="add">
          <ac:chgData name="耀泉 马" userId="19e30af8d5659de2" providerId="LiveId" clId="{C3594856-CEDA-5129-B2AF-7962E3CA4CA3}" dt="2026-07-07T07:04:27.283" v="3088" actId="26606"/>
          <ac:spMkLst>
            <pc:docMk/>
            <pc:sldMk cId="3029205287" sldId="271"/>
            <ac:spMk id="18" creationId="{BCED4D40-4B67-4331-AC48-79B82B4A47D8}"/>
          </ac:spMkLst>
        </pc:spChg>
        <pc:spChg chg="add">
          <ac:chgData name="耀泉 马" userId="19e30af8d5659de2" providerId="LiveId" clId="{C3594856-CEDA-5129-B2AF-7962E3CA4CA3}" dt="2026-07-07T07:04:27.283" v="3088" actId="26606"/>
          <ac:spMkLst>
            <pc:docMk/>
            <pc:sldMk cId="3029205287" sldId="271"/>
            <ac:spMk id="20" creationId="{670CEDEF-4F34-412E-84EE-329C1E936AF5}"/>
          </ac:spMkLst>
        </pc:spChg>
        <pc:graphicFrameChg chg="add mod modGraphic">
          <ac:chgData name="耀泉 马" userId="19e30af8d5659de2" providerId="LiveId" clId="{C3594856-CEDA-5129-B2AF-7962E3CA4CA3}" dt="2026-07-07T07:04:27.283" v="3088" actId="26606"/>
          <ac:graphicFrameMkLst>
            <pc:docMk/>
            <pc:sldMk cId="3029205287" sldId="271"/>
            <ac:graphicFrameMk id="4" creationId="{E0EF4C3C-51A6-7822-E573-4247207C59FD}"/>
          </ac:graphicFrameMkLst>
        </pc:graphicFrameChg>
      </pc:sldChg>
      <pc:sldChg chg="addSp delSp modSp new mod setBg">
        <pc:chgData name="耀泉 马" userId="19e30af8d5659de2" providerId="LiveId" clId="{C3594856-CEDA-5129-B2AF-7962E3CA4CA3}" dt="2026-07-07T07:06:50.998" v="3106" actId="20577"/>
        <pc:sldMkLst>
          <pc:docMk/>
          <pc:sldMk cId="2973739318" sldId="272"/>
        </pc:sldMkLst>
        <pc:spChg chg="mod">
          <ac:chgData name="耀泉 马" userId="19e30af8d5659de2" providerId="LiveId" clId="{C3594856-CEDA-5129-B2AF-7962E3CA4CA3}" dt="2026-07-07T07:06:50.998" v="3106" actId="20577"/>
          <ac:spMkLst>
            <pc:docMk/>
            <pc:sldMk cId="2973739318" sldId="272"/>
            <ac:spMk id="2" creationId="{3B97CE99-2782-252B-1086-278D83E2CC13}"/>
          </ac:spMkLst>
        </pc:spChg>
        <pc:spChg chg="del">
          <ac:chgData name="耀泉 马" userId="19e30af8d5659de2" providerId="LiveId" clId="{C3594856-CEDA-5129-B2AF-7962E3CA4CA3}" dt="2026-07-07T06:59:11.178" v="3071"/>
          <ac:spMkLst>
            <pc:docMk/>
            <pc:sldMk cId="2973739318" sldId="272"/>
            <ac:spMk id="3" creationId="{A66092DB-BC99-904F-0702-C4B6F0DDCBA2}"/>
          </ac:spMkLst>
        </pc:spChg>
        <pc:spChg chg="add">
          <ac:chgData name="耀泉 马" userId="19e30af8d5659de2" providerId="LiveId" clId="{C3594856-CEDA-5129-B2AF-7962E3CA4CA3}" dt="2026-07-07T07:04:23.080" v="3087" actId="26606"/>
          <ac:spMkLst>
            <pc:docMk/>
            <pc:sldMk cId="2973739318" sldId="272"/>
            <ac:spMk id="9" creationId="{BCED4D40-4B67-4331-AC48-79B82B4A47D8}"/>
          </ac:spMkLst>
        </pc:spChg>
        <pc:spChg chg="add">
          <ac:chgData name="耀泉 马" userId="19e30af8d5659de2" providerId="LiveId" clId="{C3594856-CEDA-5129-B2AF-7962E3CA4CA3}" dt="2026-07-07T07:04:23.080" v="3087" actId="26606"/>
          <ac:spMkLst>
            <pc:docMk/>
            <pc:sldMk cId="2973739318" sldId="272"/>
            <ac:spMk id="11" creationId="{670CEDEF-4F34-412E-84EE-329C1E936AF5}"/>
          </ac:spMkLst>
        </pc:spChg>
        <pc:graphicFrameChg chg="add mod modGraphic">
          <ac:chgData name="耀泉 马" userId="19e30af8d5659de2" providerId="LiveId" clId="{C3594856-CEDA-5129-B2AF-7962E3CA4CA3}" dt="2026-07-07T07:04:23.080" v="3087" actId="26606"/>
          <ac:graphicFrameMkLst>
            <pc:docMk/>
            <pc:sldMk cId="2973739318" sldId="272"/>
            <ac:graphicFrameMk id="4" creationId="{4D855A2E-63D8-8C9A-A2DB-6D57E155C7D2}"/>
          </ac:graphicFrameMkLst>
        </pc:graphicFrameChg>
      </pc:sldChg>
      <pc:sldChg chg="addSp delSp modSp new mod setBg modNotesTx">
        <pc:chgData name="耀泉 马" userId="19e30af8d5659de2" providerId="LiveId" clId="{C3594856-CEDA-5129-B2AF-7962E3CA4CA3}" dt="2026-07-07T07:09:37.086" v="3115" actId="20577"/>
        <pc:sldMkLst>
          <pc:docMk/>
          <pc:sldMk cId="1406360658" sldId="273"/>
        </pc:sldMkLst>
        <pc:spChg chg="mod">
          <ac:chgData name="耀泉 马" userId="19e30af8d5659de2" providerId="LiveId" clId="{C3594856-CEDA-5129-B2AF-7962E3CA4CA3}" dt="2026-07-07T07:07:04.097" v="3109" actId="1076"/>
          <ac:spMkLst>
            <pc:docMk/>
            <pc:sldMk cId="1406360658" sldId="273"/>
            <ac:spMk id="2" creationId="{D6B8BFDA-D843-0DBC-ABF2-72EB79FCAB53}"/>
          </ac:spMkLst>
        </pc:spChg>
        <pc:spChg chg="del">
          <ac:chgData name="耀泉 马" userId="19e30af8d5659de2" providerId="LiveId" clId="{C3594856-CEDA-5129-B2AF-7962E3CA4CA3}" dt="2026-07-07T07:05:59.959" v="3090"/>
          <ac:spMkLst>
            <pc:docMk/>
            <pc:sldMk cId="1406360658" sldId="273"/>
            <ac:spMk id="3" creationId="{87F98BAE-6D38-AB6C-58A9-A52F3929A45D}"/>
          </ac:spMkLst>
        </pc:spChg>
        <pc:spChg chg="add mod">
          <ac:chgData name="耀泉 马" userId="19e30af8d5659de2" providerId="LiveId" clId="{C3594856-CEDA-5129-B2AF-7962E3CA4CA3}" dt="2026-07-07T07:07:22.995" v="3113" actId="767"/>
          <ac:spMkLst>
            <pc:docMk/>
            <pc:sldMk cId="1406360658" sldId="273"/>
            <ac:spMk id="5" creationId="{3D6ED98D-8801-2760-C790-B2DFAB6FAB50}"/>
          </ac:spMkLst>
        </pc:spChg>
        <pc:spChg chg="add del">
          <ac:chgData name="耀泉 马" userId="19e30af8d5659de2" providerId="LiveId" clId="{C3594856-CEDA-5129-B2AF-7962E3CA4CA3}" dt="2026-07-07T07:06:18.792" v="3100" actId="26606"/>
          <ac:spMkLst>
            <pc:docMk/>
            <pc:sldMk cId="1406360658" sldId="273"/>
            <ac:spMk id="9" creationId="{BCED4D40-4B67-4331-AC48-79B82B4A47D8}"/>
          </ac:spMkLst>
        </pc:spChg>
        <pc:spChg chg="add del">
          <ac:chgData name="耀泉 马" userId="19e30af8d5659de2" providerId="LiveId" clId="{C3594856-CEDA-5129-B2AF-7962E3CA4CA3}" dt="2026-07-07T07:06:18.792" v="3100" actId="26606"/>
          <ac:spMkLst>
            <pc:docMk/>
            <pc:sldMk cId="1406360658" sldId="273"/>
            <ac:spMk id="11" creationId="{670CEDEF-4F34-412E-84EE-329C1E936AF5}"/>
          </ac:spMkLst>
        </pc:spChg>
        <pc:spChg chg="add del">
          <ac:chgData name="耀泉 马" userId="19e30af8d5659de2" providerId="LiveId" clId="{C3594856-CEDA-5129-B2AF-7962E3CA4CA3}" dt="2026-07-07T07:06:19.374" v="3102" actId="26606"/>
          <ac:spMkLst>
            <pc:docMk/>
            <pc:sldMk cId="1406360658" sldId="273"/>
            <ac:spMk id="13" creationId="{BCED4D40-4B67-4331-AC48-79B82B4A47D8}"/>
          </ac:spMkLst>
        </pc:spChg>
        <pc:spChg chg="add del">
          <ac:chgData name="耀泉 马" userId="19e30af8d5659de2" providerId="LiveId" clId="{C3594856-CEDA-5129-B2AF-7962E3CA4CA3}" dt="2026-07-07T07:06:19.374" v="3102" actId="26606"/>
          <ac:spMkLst>
            <pc:docMk/>
            <pc:sldMk cId="1406360658" sldId="273"/>
            <ac:spMk id="14" creationId="{670CEDEF-4F34-412E-84EE-329C1E936AF5}"/>
          </ac:spMkLst>
        </pc:spChg>
        <pc:spChg chg="add del">
          <ac:chgData name="耀泉 马" userId="19e30af8d5659de2" providerId="LiveId" clId="{C3594856-CEDA-5129-B2AF-7962E3CA4CA3}" dt="2026-07-07T07:06:29.441" v="3104" actId="26606"/>
          <ac:spMkLst>
            <pc:docMk/>
            <pc:sldMk cId="1406360658" sldId="273"/>
            <ac:spMk id="16" creationId="{BCED4D40-4B67-4331-AC48-79B82B4A47D8}"/>
          </ac:spMkLst>
        </pc:spChg>
        <pc:spChg chg="add del">
          <ac:chgData name="耀泉 马" userId="19e30af8d5659de2" providerId="LiveId" clId="{C3594856-CEDA-5129-B2AF-7962E3CA4CA3}" dt="2026-07-07T07:06:29.441" v="3104" actId="26606"/>
          <ac:spMkLst>
            <pc:docMk/>
            <pc:sldMk cId="1406360658" sldId="273"/>
            <ac:spMk id="17" creationId="{670CEDEF-4F34-412E-84EE-329C1E936AF5}"/>
          </ac:spMkLst>
        </pc:spChg>
        <pc:spChg chg="add">
          <ac:chgData name="耀泉 马" userId="19e30af8d5659de2" providerId="LiveId" clId="{C3594856-CEDA-5129-B2AF-7962E3CA4CA3}" dt="2026-07-07T07:06:29.441" v="3104" actId="26606"/>
          <ac:spMkLst>
            <pc:docMk/>
            <pc:sldMk cId="1406360658" sldId="273"/>
            <ac:spMk id="22" creationId="{C59AB4C8-9178-4F7A-8404-6890510B5917}"/>
          </ac:spMkLst>
        </pc:spChg>
        <pc:spChg chg="add">
          <ac:chgData name="耀泉 马" userId="19e30af8d5659de2" providerId="LiveId" clId="{C3594856-CEDA-5129-B2AF-7962E3CA4CA3}" dt="2026-07-07T07:06:29.441" v="3104" actId="26606"/>
          <ac:spMkLst>
            <pc:docMk/>
            <pc:sldMk cId="1406360658" sldId="273"/>
            <ac:spMk id="24" creationId="{4CFDFB37-4BC7-42C6-915D-A6609139BFE7}"/>
          </ac:spMkLst>
        </pc:spChg>
        <pc:graphicFrameChg chg="add mod modGraphic">
          <ac:chgData name="耀泉 马" userId="19e30af8d5659de2" providerId="LiveId" clId="{C3594856-CEDA-5129-B2AF-7962E3CA4CA3}" dt="2026-07-07T07:07:24.012" v="3114" actId="1076"/>
          <ac:graphicFrameMkLst>
            <pc:docMk/>
            <pc:sldMk cId="1406360658" sldId="273"/>
            <ac:graphicFrameMk id="4" creationId="{AEC26B20-D474-CDC3-2CF4-FC146E61D01C}"/>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DEB800-E523-5842-ADA5-667D03D4DDAE}" type="datetimeFigureOut">
              <a:rPr lang="en-US" smtClean="0"/>
              <a:t>7/7/26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7DADF14-3A71-7E41-BFB5-61D3ACF40C49}" type="slidenum">
              <a:rPr lang="en-US" smtClean="0"/>
              <a:t>‹#›</a:t>
            </a:fld>
            <a:endParaRPr lang="en-US"/>
          </a:p>
        </p:txBody>
      </p:sp>
    </p:spTree>
    <p:extLst>
      <p:ext uri="{BB962C8B-B14F-4D97-AF65-F5344CB8AC3E}">
        <p14:creationId xmlns:p14="http://schemas.microsoft.com/office/powerpoint/2010/main" val="2981083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the experimental matrix.</a:t>
            </a:r>
            <a:br>
              <a:rPr lang="en-GB" dirty="0"/>
            </a:br>
            <a:r>
              <a:rPr lang="en-GB" dirty="0"/>
              <a:t>I designed the evaluation around three dimensions for comparison.</a:t>
            </a:r>
            <a:br>
              <a:rPr lang="en-GB" dirty="0"/>
            </a:br>
            <a:r>
              <a:rPr lang="en-GB" dirty="0"/>
              <a:t>First, I compare local inference with split inference, to measure the basic cost of splitting the </a:t>
            </a:r>
            <a:r>
              <a:rPr lang="en-GB" dirty="0" err="1"/>
              <a:t>nanoVLM</a:t>
            </a:r>
            <a:r>
              <a:rPr lang="en-GB" dirty="0"/>
              <a:t> model between edge and cloud.</a:t>
            </a:r>
            <a:br>
              <a:rPr lang="en-GB" dirty="0"/>
            </a:br>
            <a:r>
              <a:rPr lang="en-GB" dirty="0"/>
              <a:t>Second, I compare different transport protocols, from HTTP/HTTPS baseline to HTTPS with AES-GCM and ChaCha20, to evaluate the overhead of encrypted embedding transmission.</a:t>
            </a:r>
            <a:br>
              <a:rPr lang="en-GB" dirty="0"/>
            </a:br>
            <a:r>
              <a:rPr lang="en-GB" dirty="0"/>
              <a:t>Third, I compare a normal VM with an Intel TDX confidential VM, to measure the additional cost of trusted execution on the cloud side.</a:t>
            </a:r>
            <a:br>
              <a:rPr lang="en-GB" dirty="0"/>
            </a:br>
            <a:r>
              <a:rPr lang="en-GB" dirty="0"/>
              <a:t>The idea is to add security mechanisms step by step, so that I can understand which part contributes most to the latency and CPU overhead.</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2</a:t>
            </a:fld>
            <a:endParaRPr lang="en-US"/>
          </a:p>
        </p:txBody>
      </p:sp>
    </p:spTree>
    <p:extLst>
      <p:ext uri="{BB962C8B-B14F-4D97-AF65-F5344CB8AC3E}">
        <p14:creationId xmlns:p14="http://schemas.microsoft.com/office/powerpoint/2010/main" val="42768361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design isolates the cost of each protection layer: transport encryption is measured against the HTTP baseline, while TDX overhead is measured by comparing normal VM and Confidential VM under the same encrypted transport setting.</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3</a:t>
            </a:fld>
            <a:endParaRPr lang="en-US"/>
          </a:p>
        </p:txBody>
      </p:sp>
    </p:spTree>
    <p:extLst>
      <p:ext uri="{BB962C8B-B14F-4D97-AF65-F5344CB8AC3E}">
        <p14:creationId xmlns:p14="http://schemas.microsoft.com/office/powerpoint/2010/main" val="917014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plan to report both CPU time and CPU utilization. CPU time measures the total CPU work consumed by each inference stage, using process-level user plus system time from </a:t>
            </a:r>
            <a:r>
              <a:rPr lang="en-GB" sz="1200" kern="1200" dirty="0" err="1">
                <a:solidFill>
                  <a:schemeClr val="tx1"/>
                </a:solidFill>
                <a:latin typeface="+mn-lt"/>
                <a:ea typeface="+mn-ea"/>
                <a:cs typeface="+mn-cs"/>
              </a:rPr>
              <a:t>psutil</a:t>
            </a:r>
            <a:r>
              <a:rPr lang="en-GB" dirty="0"/>
              <a:t>. CPU utilization measures how heavily the CPU is occupied during the run, for example average and peak utilization. Together, they show both computational cost and resource pressure.</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4</a:t>
            </a:fld>
            <a:endParaRPr lang="en-US"/>
          </a:p>
        </p:txBody>
      </p:sp>
    </p:spTree>
    <p:extLst>
      <p:ext uri="{BB962C8B-B14F-4D97-AF65-F5344CB8AC3E}">
        <p14:creationId xmlns:p14="http://schemas.microsoft.com/office/powerpoint/2010/main" val="1992688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how I define latency for each inference mode.</a:t>
            </a:r>
            <a:br>
              <a:rPr lang="en-GB" dirty="0"/>
            </a:br>
            <a:r>
              <a:rPr lang="en-GB" dirty="0"/>
              <a:t>For local VLM inference, the total latency includes two stages: visual embedding extraction on the edge side, and text generation on the same local machine.</a:t>
            </a:r>
            <a:br>
              <a:rPr lang="en-GB" dirty="0"/>
            </a:br>
            <a:r>
              <a:rPr lang="en-GB" dirty="0"/>
              <a:t>For split inference, the edge side still computes the visual embeddings, but the embeddings are then transferred to the cloud. </a:t>
            </a:r>
          </a:p>
          <a:p>
            <a:endParaRPr lang="en-GB" dirty="0"/>
          </a:p>
          <a:p>
            <a:r>
              <a:rPr lang="en-GB" dirty="0"/>
              <a:t>So the total latency includes edge embedding latency, embedding transfer latency, and cloud text generation latency.</a:t>
            </a:r>
            <a:endParaRPr lang="en-US" dirty="0"/>
          </a:p>
          <a:p>
            <a:endParaRPr lang="en-GB" dirty="0"/>
          </a:p>
          <a:p>
            <a:r>
              <a:rPr lang="en-GB" dirty="0"/>
              <a:t>For local VLM inference, the latency includes two parts: visual embedding extraction on the edge side and local text generation.</a:t>
            </a:r>
            <a:br>
              <a:rPr lang="en-GB" dirty="0"/>
            </a:br>
            <a:r>
              <a:rPr lang="en-GB" dirty="0"/>
              <a:t>For split inference, the visual embedding is still computed at the edge, but it is then transferred to the cloud. Therefore, the latency includes edge embedding latency, embedding transfer latency, and cloud text generation latency.</a:t>
            </a:r>
            <a:br>
              <a:rPr lang="en-GB" dirty="0"/>
            </a:br>
            <a:r>
              <a:rPr lang="en-GB" dirty="0"/>
              <a:t>For secure split inference, the structure is the same, but the transfer stage uses encrypted transmission, so I call it encrypted embedding transfer latency.</a:t>
            </a:r>
            <a:br>
              <a:rPr lang="en-GB" dirty="0"/>
            </a:br>
            <a:r>
              <a:rPr lang="en-GB" dirty="0"/>
              <a:t>Finally, when TDX is added, the cloud text generation is executed inside the confidential VM, so this part becomes TDX cloud text generation latency.</a:t>
            </a:r>
            <a:br>
              <a:rPr lang="en-GB" dirty="0"/>
            </a:br>
            <a:r>
              <a:rPr lang="en-GB" dirty="0"/>
              <a:t>This decomposition helps identify whether the overhead comes from edge computation, network transfer, encrypted transport, or cloud-side trusted execution.</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5</a:t>
            </a:fld>
            <a:endParaRPr lang="en-US"/>
          </a:p>
        </p:txBody>
      </p:sp>
    </p:spTree>
    <p:extLst>
      <p:ext uri="{BB962C8B-B14F-4D97-AF65-F5344CB8AC3E}">
        <p14:creationId xmlns:p14="http://schemas.microsoft.com/office/powerpoint/2010/main" val="2977275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breaks down latency into three parts: edge embedding time, network overhead, and cloud inference time.</a:t>
            </a:r>
          </a:p>
          <a:p>
            <a:endParaRPr lang="en-GB" dirty="0"/>
          </a:p>
          <a:p>
            <a:r>
              <a:rPr lang="en-GB" dirty="0"/>
              <a:t>The edge embedding time is very stable across all settings, around 18.7 to 19 seconds, so the edge-side computation is not affected much by the transport protocol or the cloud type.</a:t>
            </a:r>
            <a:br>
              <a:rPr lang="en-GB" dirty="0"/>
            </a:br>
            <a:endParaRPr lang="en-GB" dirty="0"/>
          </a:p>
          <a:p>
            <a:r>
              <a:rPr lang="en-GB" dirty="0"/>
              <a:t>For network overhead, HTTP is around 4 milliseconds, while HTTPS with AES-GCM and ChaCha20 is around 20 milliseconds.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With hardware acceleration, AES achieves comparable performance to ChaCha20, and no meaningful performance difference is observed in this experiment.</a:t>
            </a:r>
          </a:p>
          <a:p>
            <a:endParaRPr lang="en-GB" dirty="0"/>
          </a:p>
          <a:p>
            <a:endParaRPr lang="en-GB" dirty="0"/>
          </a:p>
          <a:p>
            <a:r>
              <a:rPr lang="en-GB" dirty="0"/>
              <a:t>The main difference appears in cloud inference. On the normal VM, cloud inference is around 14.8 to 15.0 seconds. On the confidential VM, it increases to around 16.5 seconds. This is roughly an 11% increase.</a:t>
            </a:r>
            <a:br>
              <a:rPr lang="en-GB" dirty="0"/>
            </a:b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However, the additional latency is around 2 seconds, which is still within an acceptable range for this experimental setting.</a:t>
            </a:r>
          </a:p>
          <a:p>
            <a:endParaRPr lang="en-GB" dirty="0"/>
          </a:p>
        </p:txBody>
      </p:sp>
      <p:sp>
        <p:nvSpPr>
          <p:cNvPr id="4" name="Slide Number Placeholder 3"/>
          <p:cNvSpPr>
            <a:spLocks noGrp="1"/>
          </p:cNvSpPr>
          <p:nvPr>
            <p:ph type="sldNum" sz="quarter" idx="5"/>
          </p:nvPr>
        </p:nvSpPr>
        <p:spPr/>
        <p:txBody>
          <a:bodyPr/>
          <a:lstStyle/>
          <a:p>
            <a:fld id="{77DADF14-3A71-7E41-BFB5-61D3ACF40C49}" type="slidenum">
              <a:rPr lang="en-US" smtClean="0"/>
              <a:t>6</a:t>
            </a:fld>
            <a:endParaRPr lang="en-US"/>
          </a:p>
        </p:txBody>
      </p:sp>
    </p:spTree>
    <p:extLst>
      <p:ext uri="{BB962C8B-B14F-4D97-AF65-F5344CB8AC3E}">
        <p14:creationId xmlns:p14="http://schemas.microsoft.com/office/powerpoint/2010/main" val="1333872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defines the CPU time metric.</a:t>
            </a:r>
            <a:br>
              <a:rPr lang="en-GB" dirty="0"/>
            </a:br>
            <a:r>
              <a:rPr lang="en-GB" dirty="0"/>
              <a:t>Here, I am not measuring CPU utilisation percentage. Instead, I measure process-level CPU time, using the Python </a:t>
            </a:r>
            <a:r>
              <a:rPr lang="en-GB" sz="1200" kern="1200" dirty="0" err="1">
                <a:solidFill>
                  <a:schemeClr val="tx1"/>
                </a:solidFill>
                <a:latin typeface="+mn-lt"/>
                <a:ea typeface="+mn-ea"/>
                <a:cs typeface="+mn-cs"/>
              </a:rPr>
              <a:t>psutil</a:t>
            </a:r>
            <a:r>
              <a:rPr lang="en-GB" dirty="0"/>
              <a:t> library.</a:t>
            </a:r>
          </a:p>
          <a:p>
            <a:endParaRPr lang="en-GB" dirty="0"/>
          </a:p>
          <a:p>
            <a:r>
              <a:rPr lang="en-GB" dirty="0"/>
              <a:t>For local inference, the CPU time includes edge embedding computation and local text generation.</a:t>
            </a:r>
            <a:br>
              <a:rPr lang="en-GB" dirty="0"/>
            </a:br>
            <a:endParaRPr lang="en-GB" dirty="0"/>
          </a:p>
          <a:p>
            <a:r>
              <a:rPr lang="en-GB" dirty="0"/>
              <a:t>For split inference, I additionally measure the transfer-related CPU time.</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7</a:t>
            </a:fld>
            <a:endParaRPr lang="en-US"/>
          </a:p>
        </p:txBody>
      </p:sp>
    </p:spTree>
    <p:extLst>
      <p:ext uri="{BB962C8B-B14F-4D97-AF65-F5344CB8AC3E}">
        <p14:creationId xmlns:p14="http://schemas.microsoft.com/office/powerpoint/2010/main" val="4292446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shows that the main CPU time</a:t>
            </a:r>
            <a:r>
              <a:rPr lang="zh-CN" altLang="en-US" dirty="0"/>
              <a:t> </a:t>
            </a:r>
            <a:r>
              <a:rPr lang="en-GB" dirty="0"/>
              <a:t>overhead does not come from encrypted transport.</a:t>
            </a:r>
          </a:p>
          <a:p>
            <a:endParaRPr lang="en-GB" dirty="0"/>
          </a:p>
          <a:p>
            <a:r>
              <a:rPr lang="en-GB" dirty="0"/>
              <a:t>The edge embedding CPU time stays almost unchanged across all configurations, and the transfer CPU time is only at the millisecond level. </a:t>
            </a:r>
          </a:p>
          <a:p>
            <a:endParaRPr lang="en-GB" dirty="0"/>
          </a:p>
          <a:p>
            <a:r>
              <a:rPr lang="en-GB" dirty="0"/>
              <a:t>The major difference appears on the cloud side: when using the confidential VM, cloud CPU time increases by around 11% compared with the normal VM. </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8</a:t>
            </a:fld>
            <a:endParaRPr lang="en-US"/>
          </a:p>
        </p:txBody>
      </p:sp>
    </p:spTree>
    <p:extLst>
      <p:ext uri="{BB962C8B-B14F-4D97-AF65-F5344CB8AC3E}">
        <p14:creationId xmlns:p14="http://schemas.microsoft.com/office/powerpoint/2010/main" val="2751090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throughput results show that Intel TDX introduces a moderate but consistent performance cost. Across all transport modes, the Confidential VM processes about 4.5-4.9% fewer images per minute than the Normal VM. </a:t>
            </a:r>
          </a:p>
          <a:p>
            <a:endParaRPr lang="en-GB" dirty="0"/>
          </a:p>
          <a:p>
            <a:r>
              <a:rPr lang="en-GB" dirty="0"/>
              <a:t>To better understand the cloud-side slowdown, </a:t>
            </a:r>
            <a:r>
              <a:rPr lang="en-GB" sz="1200" kern="1200" dirty="0">
                <a:solidFill>
                  <a:schemeClr val="tx1"/>
                </a:solidFill>
                <a:latin typeface="+mn-lt"/>
                <a:ea typeface="+mn-ea"/>
                <a:cs typeface="+mn-cs"/>
              </a:rPr>
              <a:t>perf bench all</a:t>
            </a:r>
            <a:r>
              <a:rPr lang="en-GB" dirty="0"/>
              <a:t> was used to compare the normal VM and the Intel TDX confidential VM across scheduler, memory, </a:t>
            </a:r>
            <a:r>
              <a:rPr lang="en-GB" dirty="0" err="1"/>
              <a:t>syscall</a:t>
            </a:r>
            <a:r>
              <a:rPr lang="en-GB" dirty="0"/>
              <a:t>, and kernel-level microbenchmarks. This provides supporting evidence for whether the observed inference overhead is related to system-level virtualisation and memory-management costs.</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9</a:t>
            </a:fld>
            <a:endParaRPr lang="en-US"/>
          </a:p>
        </p:txBody>
      </p:sp>
    </p:spTree>
    <p:extLst>
      <p:ext uri="{BB962C8B-B14F-4D97-AF65-F5344CB8AC3E}">
        <p14:creationId xmlns:p14="http://schemas.microsoft.com/office/powerpoint/2010/main" val="37450849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 compared the normal VM and the TDX VM using an environment-check script. The OS version, kernel version, vCPU count, CPU family/model, CPU topology, Python version, pip package list, OpenSSL, and GCC are aligned. The main expected difference is that the TDX VM exposes </a:t>
            </a:r>
            <a:r>
              <a:rPr lang="en-GB" sz="1200" kern="1200" dirty="0" err="1">
                <a:solidFill>
                  <a:schemeClr val="tx1"/>
                </a:solidFill>
                <a:latin typeface="+mn-lt"/>
                <a:ea typeface="+mn-ea"/>
                <a:cs typeface="+mn-cs"/>
              </a:rPr>
              <a:t>tdx_guest</a:t>
            </a:r>
            <a:r>
              <a:rPr lang="en-GB" dirty="0"/>
              <a:t> and the kernel log confirms Intel TDX confidential virtualization. One limitation is that the TDX VM reports slightly less available memory, likely due to confidential VM overhead or reserved memory. Therefore, the environments are closely matched, but not bit-identical.</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10</a:t>
            </a:fld>
            <a:endParaRPr lang="en-US"/>
          </a:p>
        </p:txBody>
      </p:sp>
    </p:spTree>
    <p:extLst>
      <p:ext uri="{BB962C8B-B14F-4D97-AF65-F5344CB8AC3E}">
        <p14:creationId xmlns:p14="http://schemas.microsoft.com/office/powerpoint/2010/main" val="35399592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11</a:t>
            </a:fld>
            <a:endParaRPr lang="en-US"/>
          </a:p>
        </p:txBody>
      </p:sp>
    </p:spTree>
    <p:extLst>
      <p:ext uri="{BB962C8B-B14F-4D97-AF65-F5344CB8AC3E}">
        <p14:creationId xmlns:p14="http://schemas.microsoft.com/office/powerpoint/2010/main" val="3237567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larger overhead in pipe and seccomp-notify may be caused by additional scheduler, IPC, and guest-host transition costs under TDX. This is a plausible explanation, but it requires lower-level profiling, such as VM-exit counters or kernel tracing, to confirm.</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12</a:t>
            </a:fld>
            <a:endParaRPr lang="en-US"/>
          </a:p>
        </p:txBody>
      </p:sp>
    </p:spTree>
    <p:extLst>
      <p:ext uri="{BB962C8B-B14F-4D97-AF65-F5344CB8AC3E}">
        <p14:creationId xmlns:p14="http://schemas.microsoft.com/office/powerpoint/2010/main" val="3483810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TDX affects memory-management paths more than raw memory bandwidth.</a:t>
            </a:r>
          </a:p>
          <a:p>
            <a:endParaRPr lang="en-US" dirty="0"/>
          </a:p>
          <a:p>
            <a:r>
              <a:rPr lang="en-GB" dirty="0"/>
              <a:t>The larger overhead appears when the workload touches memory-management or virtualization-sensitive paths, such as </a:t>
            </a:r>
            <a:r>
              <a:rPr lang="en-GB" dirty="0" err="1"/>
              <a:t>mmap</a:t>
            </a:r>
            <a:r>
              <a:rPr lang="en-GB" dirty="0"/>
              <a:t>, page population, process creation, scheduling, or IPC.</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13</a:t>
            </a:fld>
            <a:endParaRPr lang="en-US"/>
          </a:p>
        </p:txBody>
      </p:sp>
    </p:spTree>
    <p:extLst>
      <p:ext uri="{BB962C8B-B14F-4D97-AF65-F5344CB8AC3E}">
        <p14:creationId xmlns:p14="http://schemas.microsoft.com/office/powerpoint/2010/main" val="19903980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14</a:t>
            </a:fld>
            <a:endParaRPr lang="en-US"/>
          </a:p>
        </p:txBody>
      </p:sp>
    </p:spTree>
    <p:extLst>
      <p:ext uri="{BB962C8B-B14F-4D97-AF65-F5344CB8AC3E}">
        <p14:creationId xmlns:p14="http://schemas.microsoft.com/office/powerpoint/2010/main" val="6184258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BCA3C-55D2-BA4E-5A43-988ED1D9C6D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105D0D22-2743-210A-C946-6077BB9C8B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3835699-097B-AA1E-7544-ECF7C10A7326}"/>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5" name="Footer Placeholder 4">
            <a:extLst>
              <a:ext uri="{FF2B5EF4-FFF2-40B4-BE49-F238E27FC236}">
                <a16:creationId xmlns:a16="http://schemas.microsoft.com/office/drawing/2014/main" id="{C531E0EC-E76E-EDB4-C3AA-B6B0870C23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1727B5-F800-E19C-EEC5-61523A6123F9}"/>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660371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D222F-0961-7344-4771-3F9637965FB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F1579C2-1CE8-17CD-00F0-F859EFD16F2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809D9EF-373A-D0BC-94F1-1265B75F728C}"/>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5" name="Footer Placeholder 4">
            <a:extLst>
              <a:ext uri="{FF2B5EF4-FFF2-40B4-BE49-F238E27FC236}">
                <a16:creationId xmlns:a16="http://schemas.microsoft.com/office/drawing/2014/main" id="{9133CE58-927B-C47C-3867-6005CA3C8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839E5D-3732-06B5-560E-339E2793C47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107199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3E8D5-4D00-BFBD-AFCE-D650E5E50EA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E9AFFDCF-EF59-B91B-550C-57BA125B73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FC50726-8B71-989C-EF2C-84AF88B70C74}"/>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5" name="Footer Placeholder 4">
            <a:extLst>
              <a:ext uri="{FF2B5EF4-FFF2-40B4-BE49-F238E27FC236}">
                <a16:creationId xmlns:a16="http://schemas.microsoft.com/office/drawing/2014/main" id="{D789CE4D-92C9-D251-A012-10FD31A303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7FACDF-A55D-529E-57A8-F83A6A185EC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470720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72F10-3C82-5C12-3DB3-C6B5AD36F8A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8545AC6-031B-F478-AB39-7D3D4ED018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F3158AB-91FB-DAEE-0FE1-BF3D2A53448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45B75C-FA7A-6461-D1C3-13B28E1F34F8}"/>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6" name="Footer Placeholder 5">
            <a:extLst>
              <a:ext uri="{FF2B5EF4-FFF2-40B4-BE49-F238E27FC236}">
                <a16:creationId xmlns:a16="http://schemas.microsoft.com/office/drawing/2014/main" id="{5178B4E4-3EA4-F3D1-5237-789474DF0B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D6961-3F33-9824-65CF-90BFCEF07EA0}"/>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464714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C1F0-DAC5-439C-5FFA-5FA4588D69FC}"/>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9491A66-D9EC-D916-4955-6EBB98C555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7ED1212-0262-B967-644E-19F4187821E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FE5EFAA8-4519-213A-4BA4-52D8672EEC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113BCAE-B0ED-8FB7-6405-EDCE6096F57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46B92E7-2D5B-A58A-109D-60F19B7FE3A8}"/>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8" name="Footer Placeholder 7">
            <a:extLst>
              <a:ext uri="{FF2B5EF4-FFF2-40B4-BE49-F238E27FC236}">
                <a16:creationId xmlns:a16="http://schemas.microsoft.com/office/drawing/2014/main" id="{8D4E9A50-329B-292C-BEF9-371D5E3B5C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4C523B-32F4-8ED9-3D12-54293F7EB894}"/>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541144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9606F-39E7-7780-2C78-F925F1D33CE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CDF617E0-3608-703C-1C32-0A36ECE13BE3}"/>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4" name="Footer Placeholder 3">
            <a:extLst>
              <a:ext uri="{FF2B5EF4-FFF2-40B4-BE49-F238E27FC236}">
                <a16:creationId xmlns:a16="http://schemas.microsoft.com/office/drawing/2014/main" id="{56196BA0-A826-2788-672B-CC5AA04A1E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064488-02F5-F83A-44A7-36E7513C04C7}"/>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2941463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2DBB22-6CF2-D2FF-1EDC-2304DD0C1EC0}"/>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3" name="Footer Placeholder 2">
            <a:extLst>
              <a:ext uri="{FF2B5EF4-FFF2-40B4-BE49-F238E27FC236}">
                <a16:creationId xmlns:a16="http://schemas.microsoft.com/office/drawing/2014/main" id="{97AE850A-DBD5-7432-6DBC-006372C4D8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7969AEE-0A15-A55D-A4DA-93094D9F8A91}"/>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97262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DB5F7-B336-4414-7537-73DD9A24393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C928B37-C816-546A-D97A-85CD3BC4C6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4252EBD-EEA5-1B2C-E964-347B80F92F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F39A4-7411-69C4-F416-78A892728E78}"/>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6" name="Footer Placeholder 5">
            <a:extLst>
              <a:ext uri="{FF2B5EF4-FFF2-40B4-BE49-F238E27FC236}">
                <a16:creationId xmlns:a16="http://schemas.microsoft.com/office/drawing/2014/main" id="{2DEBCD69-38CD-FC4E-5453-A21471ECDD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B6F9AA-0EE2-82D5-27FE-DACA41AE508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6662827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6A55-DABB-158A-FFE2-6A2BA625C22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EA034C7-CAEB-719F-2353-CE205EB85BA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C7A889-584D-643C-B50F-6E1AA1BACB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664000-1A42-50BB-8AA2-38329B4600D5}"/>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6" name="Footer Placeholder 5">
            <a:extLst>
              <a:ext uri="{FF2B5EF4-FFF2-40B4-BE49-F238E27FC236}">
                <a16:creationId xmlns:a16="http://schemas.microsoft.com/office/drawing/2014/main" id="{9A7B86E1-4CCA-7643-660E-2BD2D16F0E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BD6905-77D9-064D-D8E4-A7F9D5838D5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888279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E7819-CCF9-6932-B4DC-71AFFFBF348A}"/>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213AF0C-8804-B666-4548-19F074A376A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3325630-F4A9-F5BD-D36B-7777BDE72F91}"/>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5" name="Footer Placeholder 4">
            <a:extLst>
              <a:ext uri="{FF2B5EF4-FFF2-40B4-BE49-F238E27FC236}">
                <a16:creationId xmlns:a16="http://schemas.microsoft.com/office/drawing/2014/main" id="{9A1EF997-8A2B-915B-FDF0-6AB9235041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113DB4-C146-8DC7-8B66-A0450FD9E07C}"/>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2671142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30F941-C7F6-7F99-2D2A-00F43505F24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3AE7377-820C-7D5D-1AA5-9EBC217D755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E3113E-73FE-0C82-BDA0-0ECF36DA3B9C}"/>
              </a:ext>
            </a:extLst>
          </p:cNvPr>
          <p:cNvSpPr>
            <a:spLocks noGrp="1"/>
          </p:cNvSpPr>
          <p:nvPr>
            <p:ph type="dt" sz="half" idx="10"/>
          </p:nvPr>
        </p:nvSpPr>
        <p:spPr/>
        <p:txBody>
          <a:bodyPr/>
          <a:lstStyle/>
          <a:p>
            <a:fld id="{D13D43DF-0D0E-F847-A925-24D8FAA785A6}" type="datetimeFigureOut">
              <a:rPr lang="en-US" smtClean="0"/>
              <a:t>7/4/26</a:t>
            </a:fld>
            <a:endParaRPr lang="en-US"/>
          </a:p>
        </p:txBody>
      </p:sp>
      <p:sp>
        <p:nvSpPr>
          <p:cNvPr id="5" name="Footer Placeholder 4">
            <a:extLst>
              <a:ext uri="{FF2B5EF4-FFF2-40B4-BE49-F238E27FC236}">
                <a16:creationId xmlns:a16="http://schemas.microsoft.com/office/drawing/2014/main" id="{85D72DC9-7E93-94D4-754A-868911AB2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A4F02-4B54-38A3-90C3-59D6C3E77052}"/>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035426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69EAFB-B8B6-42A3-638F-417E1F2BB1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7F166B3-E5D1-3A0F-D751-7548BB8F5F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FC5A6B8-BA9C-B7E6-0690-69B1D59DF4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3D43DF-0D0E-F847-A925-24D8FAA785A6}" type="datetimeFigureOut">
              <a:rPr lang="en-US" smtClean="0"/>
              <a:t>7/4/26</a:t>
            </a:fld>
            <a:endParaRPr lang="en-US"/>
          </a:p>
        </p:txBody>
      </p:sp>
      <p:sp>
        <p:nvSpPr>
          <p:cNvPr id="5" name="Footer Placeholder 4">
            <a:extLst>
              <a:ext uri="{FF2B5EF4-FFF2-40B4-BE49-F238E27FC236}">
                <a16:creationId xmlns:a16="http://schemas.microsoft.com/office/drawing/2014/main" id="{433F64DB-DC54-A0FF-467E-F2BAB85092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A83CC3D-1753-55CD-780D-F2C876C4C5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30AE33-3514-9943-B203-1B173978D045}" type="slidenum">
              <a:rPr lang="en-US" smtClean="0"/>
              <a:t>‹#›</a:t>
            </a:fld>
            <a:endParaRPr lang="en-US"/>
          </a:p>
        </p:txBody>
      </p:sp>
    </p:spTree>
    <p:extLst>
      <p:ext uri="{BB962C8B-B14F-4D97-AF65-F5344CB8AC3E}">
        <p14:creationId xmlns:p14="http://schemas.microsoft.com/office/powerpoint/2010/main" val="12612643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42083-3667-FCF0-CDA8-01809AE9F55A}"/>
              </a:ext>
            </a:extLst>
          </p:cNvPr>
          <p:cNvSpPr>
            <a:spLocks noGrp="1"/>
          </p:cNvSpPr>
          <p:nvPr>
            <p:ph type="ctrTitle"/>
          </p:nvPr>
        </p:nvSpPr>
        <p:spPr/>
        <p:txBody>
          <a:bodyPr>
            <a:normAutofit/>
          </a:bodyPr>
          <a:lstStyle/>
          <a:p>
            <a:r>
              <a:rPr lang="en-GB" dirty="0">
                <a:solidFill>
                  <a:srgbClr val="555555"/>
                </a:solidFill>
              </a:rPr>
              <a:t>Experiment logic and interim findings</a:t>
            </a:r>
            <a:endParaRPr lang="en-US" dirty="0"/>
          </a:p>
        </p:txBody>
      </p:sp>
      <p:sp>
        <p:nvSpPr>
          <p:cNvPr id="3" name="Subtitle 2">
            <a:extLst>
              <a:ext uri="{FF2B5EF4-FFF2-40B4-BE49-F238E27FC236}">
                <a16:creationId xmlns:a16="http://schemas.microsoft.com/office/drawing/2014/main" id="{B9D89D5C-9A33-CDDA-A70A-790326EB583B}"/>
              </a:ext>
            </a:extLst>
          </p:cNvPr>
          <p:cNvSpPr>
            <a:spLocks noGrp="1"/>
          </p:cNvSpPr>
          <p:nvPr>
            <p:ph type="subTitle" idx="1"/>
          </p:nvPr>
        </p:nvSpPr>
        <p:spPr/>
        <p:txBody>
          <a:bodyPr/>
          <a:lstStyle/>
          <a:p>
            <a:r>
              <a:rPr lang="en-GB" dirty="0"/>
              <a:t>Goal: Evaluate a TEE-assisted and encryption-protected distributed VLM inference scheme for privacy preservation, focusing on latency, CPU cost, and throughput overhead.</a:t>
            </a:r>
          </a:p>
        </p:txBody>
      </p:sp>
    </p:spTree>
    <p:extLst>
      <p:ext uri="{BB962C8B-B14F-4D97-AF65-F5344CB8AC3E}">
        <p14:creationId xmlns:p14="http://schemas.microsoft.com/office/powerpoint/2010/main" val="464664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56841-C9EB-B1C5-E51E-01418EEB1C48}"/>
              </a:ext>
            </a:extLst>
          </p:cNvPr>
          <p:cNvSpPr>
            <a:spLocks noGrp="1"/>
          </p:cNvSpPr>
          <p:nvPr>
            <p:ph type="title"/>
          </p:nvPr>
        </p:nvSpPr>
        <p:spPr/>
        <p:txBody>
          <a:bodyPr>
            <a:normAutofit/>
          </a:bodyPr>
          <a:lstStyle/>
          <a:p>
            <a:r>
              <a:rPr lang="en-GB" b="1" dirty="0">
                <a:solidFill>
                  <a:srgbClr val="000000"/>
                </a:solidFill>
              </a:rPr>
              <a:t>The experiment matrix isolates three comparison dimensions</a:t>
            </a:r>
            <a:endParaRPr lang="en-US" dirty="0"/>
          </a:p>
        </p:txBody>
      </p:sp>
      <p:graphicFrame>
        <p:nvGraphicFramePr>
          <p:cNvPr id="6" name="Content Placeholder 5">
            <a:extLst>
              <a:ext uri="{FF2B5EF4-FFF2-40B4-BE49-F238E27FC236}">
                <a16:creationId xmlns:a16="http://schemas.microsoft.com/office/drawing/2014/main" id="{61ABFF60-EC8A-3DEB-4C41-381E0DB5F554}"/>
              </a:ext>
            </a:extLst>
          </p:cNvPr>
          <p:cNvGraphicFramePr>
            <a:graphicFrameLocks noGrp="1"/>
          </p:cNvGraphicFramePr>
          <p:nvPr>
            <p:ph idx="1"/>
            <p:extLst>
              <p:ext uri="{D42A27DB-BD31-4B8C-83A1-F6EECF244321}">
                <p14:modId xmlns:p14="http://schemas.microsoft.com/office/powerpoint/2010/main" val="1582261908"/>
              </p:ext>
            </p:extLst>
          </p:nvPr>
        </p:nvGraphicFramePr>
        <p:xfrm>
          <a:off x="838200" y="1825624"/>
          <a:ext cx="10515600" cy="3363594"/>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292866495"/>
                    </a:ext>
                  </a:extLst>
                </a:gridCol>
                <a:gridCol w="2628900">
                  <a:extLst>
                    <a:ext uri="{9D8B030D-6E8A-4147-A177-3AD203B41FA5}">
                      <a16:colId xmlns:a16="http://schemas.microsoft.com/office/drawing/2014/main" val="536445438"/>
                    </a:ext>
                  </a:extLst>
                </a:gridCol>
                <a:gridCol w="2628900">
                  <a:extLst>
                    <a:ext uri="{9D8B030D-6E8A-4147-A177-3AD203B41FA5}">
                      <a16:colId xmlns:a16="http://schemas.microsoft.com/office/drawing/2014/main" val="1896215045"/>
                    </a:ext>
                  </a:extLst>
                </a:gridCol>
                <a:gridCol w="2628900">
                  <a:extLst>
                    <a:ext uri="{9D8B030D-6E8A-4147-A177-3AD203B41FA5}">
                      <a16:colId xmlns:a16="http://schemas.microsoft.com/office/drawing/2014/main" val="3242516474"/>
                    </a:ext>
                  </a:extLst>
                </a:gridCol>
              </a:tblGrid>
              <a:tr h="42555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Dimension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Control</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Experiment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Purpose</a:t>
                      </a:r>
                    </a:p>
                  </a:txBody>
                  <a:tcPr/>
                </a:tc>
                <a:extLst>
                  <a:ext uri="{0D108BD9-81ED-4DB2-BD59-A6C34878D82A}">
                    <a16:rowId xmlns:a16="http://schemas.microsoft.com/office/drawing/2014/main" val="33029682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Inference placement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Local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Split inference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the cost of splitting the model</a:t>
                      </a:r>
                    </a:p>
                  </a:txBody>
                  <a:tcPr/>
                </a:tc>
                <a:extLst>
                  <a:ext uri="{0D108BD9-81ED-4DB2-BD59-A6C34878D82A}">
                    <a16:rowId xmlns:a16="http://schemas.microsoft.com/office/drawing/2014/main" val="863952584"/>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Transport protocol</a:t>
                      </a:r>
                    </a:p>
                  </a:txBody>
                  <a:tcPr/>
                </a:tc>
                <a:tc>
                  <a:txBody>
                    <a:bodyPr/>
                    <a:lstStyle/>
                    <a:p>
                      <a:r>
                        <a:rPr lang="en-GB" sz="1800" b="0" dirty="0">
                          <a:solidFill>
                            <a:srgbClr val="000000"/>
                          </a:solidFill>
                        </a:rPr>
                        <a:t>HTTP</a:t>
                      </a:r>
                      <a:r>
                        <a:rPr lang="en-US" altLang="zh-CN" sz="1800" b="0" dirty="0">
                          <a:solidFill>
                            <a:srgbClr val="000000"/>
                          </a:solidFill>
                        </a:rPr>
                        <a:t>/HTTPS</a:t>
                      </a:r>
                      <a:endParaRPr lang="en-US" dirty="0"/>
                    </a:p>
                  </a:txBody>
                  <a:tcPr/>
                </a:tc>
                <a:tc>
                  <a:txBody>
                    <a:bodyPr/>
                    <a:lstStyle/>
                    <a:p>
                      <a:pPr algn="l">
                        <a:defRPr sz="1425" b="0">
                          <a:solidFill>
                            <a:srgbClr val="000000"/>
                          </a:solidFill>
                        </a:defRPr>
                      </a:pPr>
                      <a:r>
                        <a:rPr lang="en-GB" sz="1800" b="0" dirty="0">
                          <a:solidFill>
                            <a:srgbClr val="000000"/>
                          </a:solidFill>
                        </a:rPr>
                        <a:t>HTTPS AES-GCM</a:t>
                      </a:r>
                    </a:p>
                    <a:p>
                      <a:pPr algn="l">
                        <a:defRPr sz="1425" b="0">
                          <a:solidFill>
                            <a:srgbClr val="000000"/>
                          </a:solidFill>
                        </a:defRPr>
                      </a:pPr>
                      <a:r>
                        <a:rPr lang="en-GB" sz="1800" b="0" dirty="0">
                          <a:solidFill>
                            <a:srgbClr val="000000"/>
                          </a:solidFill>
                        </a:rPr>
                        <a:t>HTTPS ChaCha20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encryption and authentication overhead</a:t>
                      </a:r>
                    </a:p>
                  </a:txBody>
                  <a:tcPr/>
                </a:tc>
                <a:extLst>
                  <a:ext uri="{0D108BD9-81ED-4DB2-BD59-A6C34878D82A}">
                    <a16:rowId xmlns:a16="http://schemas.microsoft.com/office/drawing/2014/main" val="330394850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Cloud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a:t>
                      </a:r>
                      <a:r>
                        <a:rPr lang="en-GB" sz="1800" b="0" dirty="0">
                          <a:solidFill>
                            <a:srgbClr val="000000"/>
                          </a:solidFill>
                        </a:rPr>
                        <a:t>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Intel TDX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trusted execution overhead</a:t>
                      </a:r>
                    </a:p>
                  </a:txBody>
                  <a:tcPr/>
                </a:tc>
                <a:extLst>
                  <a:ext uri="{0D108BD9-81ED-4DB2-BD59-A6C34878D82A}">
                    <a16:rowId xmlns:a16="http://schemas.microsoft.com/office/drawing/2014/main" val="3721127219"/>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Input batch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AI2D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rgbClr val="000000"/>
                          </a:solidFill>
                        </a:rPr>
                        <a:t>100</a:t>
                      </a:r>
                      <a:r>
                        <a:rPr lang="en-GB" sz="1800" b="0" dirty="0">
                          <a:solidFill>
                            <a:srgbClr val="000000"/>
                          </a:solidFill>
                        </a:rPr>
                        <a:t> TDX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Build repeatable interim metrics</a:t>
                      </a:r>
                    </a:p>
                  </a:txBody>
                  <a:tcPr/>
                </a:tc>
                <a:extLst>
                  <a:ext uri="{0D108BD9-81ED-4DB2-BD59-A6C34878D82A}">
                    <a16:rowId xmlns:a16="http://schemas.microsoft.com/office/drawing/2014/main" val="1280421767"/>
                  </a:ext>
                </a:extLst>
              </a:tr>
            </a:tbl>
          </a:graphicData>
        </a:graphic>
      </p:graphicFrame>
      <p:sp>
        <p:nvSpPr>
          <p:cNvPr id="9" name="Rectangle 8">
            <a:extLst>
              <a:ext uri="{FF2B5EF4-FFF2-40B4-BE49-F238E27FC236}">
                <a16:creationId xmlns:a16="http://schemas.microsoft.com/office/drawing/2014/main" id="{65B5DB0D-49F0-8D60-F6D9-04E68885F5FF}"/>
              </a:ext>
            </a:extLst>
          </p:cNvPr>
          <p:cNvSpPr>
            <a:spLocks noGrp="1"/>
          </p:cNvSpPr>
          <p:nvPr/>
        </p:nvSpPr>
        <p:spPr>
          <a:xfrm>
            <a:off x="937260" y="5436870"/>
            <a:ext cx="10096500" cy="304800"/>
          </a:xfrm>
          <a:prstGeom prst="rect">
            <a:avLst/>
          </a:prstGeom>
          <a:noFill/>
          <a:ln w="0">
            <a:noFill/>
            <a:prstDash val="solid"/>
          </a:ln>
        </p:spPr>
        <p:txBody>
          <a:bodyPr/>
          <a:lstStyle/>
          <a:p>
            <a:r>
              <a:rPr lang="en-GB" dirty="0"/>
              <a:t>The evaluation is staged from split inference baseline, to encrypted transport, and finally to Intel TDX.</a:t>
            </a:r>
          </a:p>
        </p:txBody>
      </p:sp>
    </p:spTree>
    <p:extLst>
      <p:ext uri="{BB962C8B-B14F-4D97-AF65-F5344CB8AC3E}">
        <p14:creationId xmlns:p14="http://schemas.microsoft.com/office/powerpoint/2010/main" val="4098136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1E9DB-B13B-8592-978D-FAD9BBF47F7D}"/>
              </a:ext>
            </a:extLst>
          </p:cNvPr>
          <p:cNvSpPr>
            <a:spLocks noGrp="1"/>
          </p:cNvSpPr>
          <p:nvPr>
            <p:ph type="title"/>
          </p:nvPr>
        </p:nvSpPr>
        <p:spPr>
          <a:xfrm>
            <a:off x="838199" y="105149"/>
            <a:ext cx="10515600" cy="1325563"/>
          </a:xfrm>
        </p:spPr>
        <p:txBody>
          <a:bodyPr/>
          <a:lstStyle/>
          <a:p>
            <a:r>
              <a:rPr lang="en-US" dirty="0"/>
              <a:t>Experiment</a:t>
            </a:r>
            <a:r>
              <a:rPr lang="zh-CN" altLang="en-US" dirty="0"/>
              <a:t> </a:t>
            </a:r>
            <a:r>
              <a:rPr lang="en-US" altLang="zh-CN" dirty="0"/>
              <a:t>Design</a:t>
            </a:r>
            <a:endParaRPr lang="en-US" dirty="0"/>
          </a:p>
        </p:txBody>
      </p:sp>
      <p:graphicFrame>
        <p:nvGraphicFramePr>
          <p:cNvPr id="4" name="Content Placeholder 3">
            <a:extLst>
              <a:ext uri="{FF2B5EF4-FFF2-40B4-BE49-F238E27FC236}">
                <a16:creationId xmlns:a16="http://schemas.microsoft.com/office/drawing/2014/main" id="{C02EC1EC-9FF0-E0B7-692C-574FC8CEA821}"/>
              </a:ext>
            </a:extLst>
          </p:cNvPr>
          <p:cNvGraphicFramePr>
            <a:graphicFrameLocks noGrp="1"/>
          </p:cNvGraphicFramePr>
          <p:nvPr>
            <p:ph idx="1"/>
            <p:extLst>
              <p:ext uri="{D42A27DB-BD31-4B8C-83A1-F6EECF244321}">
                <p14:modId xmlns:p14="http://schemas.microsoft.com/office/powerpoint/2010/main" val="1539739641"/>
              </p:ext>
            </p:extLst>
          </p:nvPr>
        </p:nvGraphicFramePr>
        <p:xfrm>
          <a:off x="659219" y="1081922"/>
          <a:ext cx="10860428" cy="5361406"/>
        </p:xfrm>
        <a:graphic>
          <a:graphicData uri="http://schemas.openxmlformats.org/drawingml/2006/table">
            <a:tbl>
              <a:tblPr firstRow="1" bandRow="1">
                <a:tableStyleId>{5C22544A-7EE6-4342-B048-85BDC9FD1C3A}</a:tableStyleId>
              </a:tblPr>
              <a:tblGrid>
                <a:gridCol w="2715107">
                  <a:extLst>
                    <a:ext uri="{9D8B030D-6E8A-4147-A177-3AD203B41FA5}">
                      <a16:colId xmlns:a16="http://schemas.microsoft.com/office/drawing/2014/main" val="2260258394"/>
                    </a:ext>
                  </a:extLst>
                </a:gridCol>
                <a:gridCol w="2715107">
                  <a:extLst>
                    <a:ext uri="{9D8B030D-6E8A-4147-A177-3AD203B41FA5}">
                      <a16:colId xmlns:a16="http://schemas.microsoft.com/office/drawing/2014/main" val="2806839790"/>
                    </a:ext>
                  </a:extLst>
                </a:gridCol>
                <a:gridCol w="2715107">
                  <a:extLst>
                    <a:ext uri="{9D8B030D-6E8A-4147-A177-3AD203B41FA5}">
                      <a16:colId xmlns:a16="http://schemas.microsoft.com/office/drawing/2014/main" val="4212661188"/>
                    </a:ext>
                  </a:extLst>
                </a:gridCol>
                <a:gridCol w="2715107">
                  <a:extLst>
                    <a:ext uri="{9D8B030D-6E8A-4147-A177-3AD203B41FA5}">
                      <a16:colId xmlns:a16="http://schemas.microsoft.com/office/drawing/2014/main" val="2114429788"/>
                    </a:ext>
                  </a:extLst>
                </a:gridCol>
              </a:tblGrid>
              <a:tr h="602127">
                <a:tc>
                  <a:txBody>
                    <a:bodyPr/>
                    <a:lstStyle/>
                    <a:p>
                      <a:r>
                        <a:rPr lang="en-US" dirty="0"/>
                        <a:t>name</a:t>
                      </a:r>
                    </a:p>
                  </a:txBody>
                  <a:tcPr/>
                </a:tc>
                <a:tc>
                  <a:txBody>
                    <a:bodyPr/>
                    <a:lstStyle/>
                    <a:p>
                      <a:r>
                        <a:rPr lang="en-US" dirty="0"/>
                        <a:t>transfer</a:t>
                      </a:r>
                    </a:p>
                  </a:txBody>
                  <a:tcPr/>
                </a:tc>
                <a:tc>
                  <a:txBody>
                    <a:bodyPr/>
                    <a:lstStyle/>
                    <a:p>
                      <a:r>
                        <a:rPr lang="en-US" dirty="0"/>
                        <a:t>encryption</a:t>
                      </a:r>
                    </a:p>
                  </a:txBody>
                  <a:tcPr/>
                </a:tc>
                <a:tc>
                  <a:txBody>
                    <a:bodyPr/>
                    <a:lstStyle/>
                    <a:p>
                      <a:r>
                        <a:rPr lang="en-US" dirty="0"/>
                        <a:t>environment</a:t>
                      </a:r>
                    </a:p>
                  </a:txBody>
                  <a:tcPr/>
                </a:tc>
                <a:extLst>
                  <a:ext uri="{0D108BD9-81ED-4DB2-BD59-A6C34878D82A}">
                    <a16:rowId xmlns:a16="http://schemas.microsoft.com/office/drawing/2014/main" val="2501954552"/>
                  </a:ext>
                </a:extLst>
              </a:tr>
              <a:tr h="602127">
                <a:tc>
                  <a:txBody>
                    <a:bodyPr/>
                    <a:lstStyle/>
                    <a:p>
                      <a:r>
                        <a:rPr lang="en-GB" sz="1800" kern="1200" dirty="0">
                          <a:solidFill>
                            <a:schemeClr val="dk1"/>
                          </a:solidFill>
                          <a:latin typeface="+mn-lt"/>
                          <a:ea typeface="+mn-ea"/>
                          <a:cs typeface="+mn-cs"/>
                        </a:rPr>
                        <a:t>Plain HTTP baseline</a:t>
                      </a:r>
                    </a:p>
                  </a:txBody>
                  <a:tcPr/>
                </a:tc>
                <a:tc>
                  <a:txBody>
                    <a:bodyPr/>
                    <a:lstStyle/>
                    <a:p>
                      <a:r>
                        <a:rPr lang="en-US" dirty="0"/>
                        <a:t>HTTP</a:t>
                      </a:r>
                      <a:r>
                        <a:rPr lang="zh-CN" altLang="en-US" dirty="0"/>
                        <a:t> </a:t>
                      </a:r>
                      <a:r>
                        <a:rPr lang="en-US" altLang="zh-CN" dirty="0"/>
                        <a:t>over</a:t>
                      </a:r>
                      <a:r>
                        <a:rPr lang="zh-CN" altLang="en-US" dirty="0"/>
                        <a:t> </a:t>
                      </a:r>
                      <a:r>
                        <a:rPr lang="en-US" altLang="zh-CN" dirty="0"/>
                        <a:t>TCP</a:t>
                      </a:r>
                      <a:endParaRPr lang="en-US" dirty="0"/>
                    </a:p>
                  </a:txBody>
                  <a:tcPr/>
                </a:tc>
                <a:tc>
                  <a:txBody>
                    <a:bodyPr/>
                    <a:lstStyle/>
                    <a:p>
                      <a:r>
                        <a:rPr lang="en-GB" dirty="0"/>
                        <a:t>Plain embedding</a:t>
                      </a:r>
                      <a:endParaRPr lang="en-US" dirty="0"/>
                    </a:p>
                  </a:txBody>
                  <a:tcPr/>
                </a:tc>
                <a:tc>
                  <a:txBody>
                    <a:bodyPr/>
                    <a:lstStyle/>
                    <a:p>
                      <a:r>
                        <a:rPr lang="en-GB" dirty="0"/>
                        <a:t>Normal VM</a:t>
                      </a:r>
                      <a:endParaRPr lang="en-US" dirty="0"/>
                    </a:p>
                  </a:txBody>
                  <a:tcPr/>
                </a:tc>
                <a:extLst>
                  <a:ext uri="{0D108BD9-81ED-4DB2-BD59-A6C34878D82A}">
                    <a16:rowId xmlns:a16="http://schemas.microsoft.com/office/drawing/2014/main" val="2658275726"/>
                  </a:ext>
                </a:extLst>
              </a:tr>
              <a:tr h="1039288">
                <a:tc>
                  <a:txBody>
                    <a:bodyPr/>
                    <a:lstStyle/>
                    <a:p>
                      <a:r>
                        <a:rPr lang="en-GB" dirty="0"/>
                        <a:t>HTTPS + AES-GCM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AES-GCM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805166717"/>
                  </a:ext>
                </a:extLst>
              </a:tr>
              <a:tr h="1039288">
                <a:tc>
                  <a:txBody>
                    <a:bodyPr/>
                    <a:lstStyle/>
                    <a:p>
                      <a:r>
                        <a:rPr lang="en-GB" dirty="0"/>
                        <a:t>AES-GCM</a:t>
                      </a:r>
                      <a:r>
                        <a:rPr lang="zh-CN" altLang="en-US" dirty="0"/>
                        <a:t> </a:t>
                      </a:r>
                      <a:r>
                        <a:rPr lang="en-US" altLang="zh-CN" dirty="0"/>
                        <a:t>+</a:t>
                      </a:r>
                      <a:r>
                        <a:rPr lang="zh-CN" altLang="en-US" dirty="0"/>
                        <a:t> </a:t>
                      </a:r>
                      <a:r>
                        <a:rPr lang="en-GB" dirty="0"/>
                        <a:t>Confidential 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AES-GCM payload </a:t>
                      </a:r>
                      <a:endParaRPr lang="en-US" dirty="0"/>
                    </a:p>
                    <a:p>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2859332343"/>
                  </a:ext>
                </a:extLst>
              </a:tr>
              <a:tr h="1039288">
                <a:tc>
                  <a:txBody>
                    <a:bodyPr/>
                    <a:lstStyle/>
                    <a:p>
                      <a:r>
                        <a:rPr lang="en-GB" dirty="0"/>
                        <a:t>HTTPS + ChaCha20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ChaCha20-Poly1305</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258692953"/>
                  </a:ext>
                </a:extLst>
              </a:tr>
              <a:tr h="1039288">
                <a:tc>
                  <a:txBody>
                    <a:bodyPr/>
                    <a:lstStyle/>
                    <a:p>
                      <a:r>
                        <a:rPr lang="en-US" dirty="0"/>
                        <a:t>ChaChao</a:t>
                      </a:r>
                      <a:r>
                        <a:rPr lang="en-US" altLang="zh-CN" dirty="0"/>
                        <a:t>20</a:t>
                      </a:r>
                      <a:r>
                        <a:rPr lang="zh-CN" altLang="en-US" dirty="0"/>
                        <a:t> </a:t>
                      </a:r>
                      <a:r>
                        <a:rPr lang="en-US" altLang="zh-CN" dirty="0"/>
                        <a:t>+</a:t>
                      </a:r>
                      <a:r>
                        <a:rPr lang="zh-CN" altLang="en-US" dirty="0"/>
                        <a:t> </a:t>
                      </a:r>
                      <a:r>
                        <a:rPr lang="en-US" altLang="zh-CN" dirty="0"/>
                        <a:t>Confidential</a:t>
                      </a:r>
                      <a:r>
                        <a:rPr lang="zh-CN" altLang="en-US" dirty="0"/>
                        <a:t> </a:t>
                      </a:r>
                      <a:r>
                        <a:rPr lang="en-US" altLang="zh-CN" dirty="0"/>
                        <a:t>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ChaCha20-Poly1305 payload</a:t>
                      </a:r>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3493739845"/>
                  </a:ext>
                </a:extLst>
              </a:tr>
            </a:tbl>
          </a:graphicData>
        </a:graphic>
      </p:graphicFrame>
    </p:spTree>
    <p:extLst>
      <p:ext uri="{BB962C8B-B14F-4D97-AF65-F5344CB8AC3E}">
        <p14:creationId xmlns:p14="http://schemas.microsoft.com/office/powerpoint/2010/main" val="4075704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BEF8D-5B9A-A461-B4B9-BE6B52756531}"/>
              </a:ext>
            </a:extLst>
          </p:cNvPr>
          <p:cNvSpPr>
            <a:spLocks noGrp="1"/>
          </p:cNvSpPr>
          <p:nvPr>
            <p:ph type="title"/>
          </p:nvPr>
        </p:nvSpPr>
        <p:spPr/>
        <p:txBody>
          <a:bodyPr/>
          <a:lstStyle/>
          <a:p>
            <a:r>
              <a:rPr lang="en-US" dirty="0"/>
              <a:t>metrics</a:t>
            </a:r>
          </a:p>
        </p:txBody>
      </p:sp>
      <p:sp>
        <p:nvSpPr>
          <p:cNvPr id="3" name="Content Placeholder 2">
            <a:extLst>
              <a:ext uri="{FF2B5EF4-FFF2-40B4-BE49-F238E27FC236}">
                <a16:creationId xmlns:a16="http://schemas.microsoft.com/office/drawing/2014/main" id="{7308112B-78EA-B635-2E18-42DE708C5642}"/>
              </a:ext>
            </a:extLst>
          </p:cNvPr>
          <p:cNvSpPr>
            <a:spLocks noGrp="1"/>
          </p:cNvSpPr>
          <p:nvPr>
            <p:ph idx="1"/>
          </p:nvPr>
        </p:nvSpPr>
        <p:spPr/>
        <p:txBody>
          <a:bodyPr/>
          <a:lstStyle/>
          <a:p>
            <a:r>
              <a:rPr lang="en-GB" dirty="0"/>
              <a:t>Latency overhead</a:t>
            </a:r>
          </a:p>
          <a:p>
            <a:r>
              <a:rPr lang="en-GB" dirty="0"/>
              <a:t>CPU overhead</a:t>
            </a:r>
            <a:r>
              <a:rPr lang="zh-CN" altLang="en-US" dirty="0"/>
              <a:t> </a:t>
            </a:r>
            <a:r>
              <a:rPr lang="en-US" altLang="zh-CN" dirty="0"/>
              <a:t>(CPU</a:t>
            </a:r>
            <a:r>
              <a:rPr lang="zh-CN" altLang="en-US" dirty="0"/>
              <a:t> </a:t>
            </a:r>
            <a:r>
              <a:rPr lang="en-US" altLang="zh-CN" dirty="0"/>
              <a:t>time</a:t>
            </a:r>
            <a:r>
              <a:rPr lang="zh-CN" altLang="en-US" dirty="0"/>
              <a:t> </a:t>
            </a:r>
            <a:r>
              <a:rPr lang="en-US" altLang="zh-CN" dirty="0"/>
              <a:t>+</a:t>
            </a:r>
            <a:r>
              <a:rPr lang="zh-CN" altLang="en-US" dirty="0"/>
              <a:t> </a:t>
            </a:r>
            <a:r>
              <a:rPr lang="en-US" altLang="zh-CN" dirty="0"/>
              <a:t>CPU</a:t>
            </a:r>
            <a:r>
              <a:rPr lang="zh-CN" altLang="en-US" dirty="0"/>
              <a:t> </a:t>
            </a:r>
            <a:r>
              <a:rPr lang="en-US" altLang="zh-CN" dirty="0" err="1"/>
              <a:t>utilisation</a:t>
            </a:r>
            <a:r>
              <a:rPr lang="en-US" altLang="zh-CN" dirty="0"/>
              <a:t>)</a:t>
            </a:r>
            <a:endParaRPr lang="en-GB" dirty="0"/>
          </a:p>
          <a:p>
            <a:r>
              <a:rPr lang="en-GB" dirty="0"/>
              <a:t>throughput degradation</a:t>
            </a:r>
            <a:endParaRPr lang="en-US" dirty="0"/>
          </a:p>
        </p:txBody>
      </p:sp>
      <p:sp>
        <p:nvSpPr>
          <p:cNvPr id="4" name="Rectangle 3">
            <a:extLst>
              <a:ext uri="{FF2B5EF4-FFF2-40B4-BE49-F238E27FC236}">
                <a16:creationId xmlns:a16="http://schemas.microsoft.com/office/drawing/2014/main" id="{12239E8C-D8EE-2B21-9CB2-FB1E597D8FB7}"/>
              </a:ext>
            </a:extLst>
          </p:cNvPr>
          <p:cNvSpPr>
            <a:spLocks noGrp="1"/>
          </p:cNvSpPr>
          <p:nvPr/>
        </p:nvSpPr>
        <p:spPr>
          <a:xfrm>
            <a:off x="918210" y="4667250"/>
            <a:ext cx="3143250" cy="323850"/>
          </a:xfrm>
          <a:prstGeom prst="rect">
            <a:avLst/>
          </a:prstGeom>
          <a:noFill/>
          <a:ln w="0">
            <a:noFill/>
            <a:prstDash val="solid"/>
          </a:ln>
        </p:spPr>
        <p:txBody>
          <a:bodyPr/>
          <a:lstStyle/>
          <a:p>
            <a:pPr algn="l">
              <a:defRPr sz="2100" b="1">
                <a:solidFill>
                  <a:srgbClr val="000000"/>
                </a:solidFill>
              </a:defRPr>
            </a:pPr>
            <a:r>
              <a:rPr sz="2100" b="1" dirty="0">
                <a:solidFill>
                  <a:srgbClr val="000000"/>
                </a:solidFill>
              </a:rPr>
              <a:t>Split total latency</a:t>
            </a:r>
          </a:p>
        </p:txBody>
      </p:sp>
      <p:sp>
        <p:nvSpPr>
          <p:cNvPr id="5" name="Rectangle 4">
            <a:extLst>
              <a:ext uri="{FF2B5EF4-FFF2-40B4-BE49-F238E27FC236}">
                <a16:creationId xmlns:a16="http://schemas.microsoft.com/office/drawing/2014/main" id="{D0E85236-7C36-AF79-4F95-200D02A74E16}"/>
              </a:ext>
            </a:extLst>
          </p:cNvPr>
          <p:cNvSpPr>
            <a:spLocks noGrp="1"/>
          </p:cNvSpPr>
          <p:nvPr/>
        </p:nvSpPr>
        <p:spPr>
          <a:xfrm>
            <a:off x="3246120" y="46545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7" name="Rectangle 6">
            <a:extLst>
              <a:ext uri="{FF2B5EF4-FFF2-40B4-BE49-F238E27FC236}">
                <a16:creationId xmlns:a16="http://schemas.microsoft.com/office/drawing/2014/main" id="{569B8972-F4B3-9E1C-4430-981EA905D146}"/>
              </a:ext>
            </a:extLst>
          </p:cNvPr>
          <p:cNvSpPr>
            <a:spLocks noGrp="1"/>
          </p:cNvSpPr>
          <p:nvPr/>
        </p:nvSpPr>
        <p:spPr>
          <a:xfrm>
            <a:off x="3848100" y="4088130"/>
            <a:ext cx="2106930" cy="1623060"/>
          </a:xfrm>
          <a:prstGeom prst="rect">
            <a:avLst/>
          </a:prstGeom>
          <a:solidFill>
            <a:srgbClr val="EDEDED"/>
          </a:solidFill>
          <a:ln w="9525">
            <a:solidFill>
              <a:srgbClr val="B8BCC4"/>
            </a:solidFill>
            <a:prstDash val="solid"/>
          </a:ln>
        </p:spPr>
        <p:txBody>
          <a:bodyPr/>
          <a:lstStyle/>
          <a:p>
            <a:endParaRPr lang="en-US"/>
          </a:p>
        </p:txBody>
      </p:sp>
      <p:sp>
        <p:nvSpPr>
          <p:cNvPr id="8" name="Rectangle 7">
            <a:extLst>
              <a:ext uri="{FF2B5EF4-FFF2-40B4-BE49-F238E27FC236}">
                <a16:creationId xmlns:a16="http://schemas.microsoft.com/office/drawing/2014/main" id="{AF556C30-8722-4273-C5C6-F61CDC835ABC}"/>
              </a:ext>
            </a:extLst>
          </p:cNvPr>
          <p:cNvSpPr>
            <a:spLocks noGrp="1"/>
          </p:cNvSpPr>
          <p:nvPr/>
        </p:nvSpPr>
        <p:spPr>
          <a:xfrm>
            <a:off x="4053840" y="4224477"/>
            <a:ext cx="1745742" cy="367894"/>
          </a:xfrm>
          <a:prstGeom prst="rect">
            <a:avLst/>
          </a:prstGeom>
          <a:noFill/>
          <a:ln w="0">
            <a:noFill/>
            <a:prstDash val="solid"/>
          </a:ln>
        </p:spPr>
        <p:txBody>
          <a:bodyPr/>
          <a:lstStyle/>
          <a:p>
            <a:pPr algn="l">
              <a:defRPr sz="1650" b="1">
                <a:solidFill>
                  <a:srgbClr val="000000"/>
                </a:solidFill>
              </a:defRPr>
            </a:pPr>
            <a:r>
              <a:rPr sz="1650" b="1" dirty="0">
                <a:solidFill>
                  <a:srgbClr val="000000"/>
                </a:solidFill>
              </a:rPr>
              <a:t>Edge compute</a:t>
            </a:r>
          </a:p>
        </p:txBody>
      </p:sp>
      <p:sp>
        <p:nvSpPr>
          <p:cNvPr id="9" name="Rectangle 8">
            <a:extLst>
              <a:ext uri="{FF2B5EF4-FFF2-40B4-BE49-F238E27FC236}">
                <a16:creationId xmlns:a16="http://schemas.microsoft.com/office/drawing/2014/main" id="{78A8CBE9-8B46-90A3-6BA9-91A9B5BFD674}"/>
              </a:ext>
            </a:extLst>
          </p:cNvPr>
          <p:cNvSpPr>
            <a:spLocks noGrp="1"/>
          </p:cNvSpPr>
          <p:nvPr/>
        </p:nvSpPr>
        <p:spPr>
          <a:xfrm>
            <a:off x="4019550" y="4770120"/>
            <a:ext cx="1745742" cy="80071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image preprocessing</a:t>
            </a:r>
          </a:p>
          <a:p>
            <a:pPr algn="l">
              <a:defRPr sz="1350" b="0">
                <a:solidFill>
                  <a:srgbClr val="000000"/>
                </a:solidFill>
              </a:defRPr>
            </a:pPr>
            <a:r>
              <a:rPr sz="1350" b="0" dirty="0">
                <a:solidFill>
                  <a:srgbClr val="000000"/>
                </a:solidFill>
              </a:rPr>
              <a:t>vision encoder</a:t>
            </a:r>
          </a:p>
          <a:p>
            <a:pPr algn="l">
              <a:defRPr sz="1350" b="0">
                <a:solidFill>
                  <a:srgbClr val="000000"/>
                </a:solidFill>
              </a:defRPr>
            </a:pPr>
            <a:r>
              <a:rPr sz="1350" b="0" dirty="0">
                <a:solidFill>
                  <a:srgbClr val="000000"/>
                </a:solidFill>
              </a:rPr>
              <a:t>projection</a:t>
            </a:r>
          </a:p>
        </p:txBody>
      </p:sp>
      <p:sp>
        <p:nvSpPr>
          <p:cNvPr id="10" name="Rectangle 9">
            <a:extLst>
              <a:ext uri="{FF2B5EF4-FFF2-40B4-BE49-F238E27FC236}">
                <a16:creationId xmlns:a16="http://schemas.microsoft.com/office/drawing/2014/main" id="{6FC709C1-D3E0-3425-8645-D5811D63DA71}"/>
              </a:ext>
            </a:extLst>
          </p:cNvPr>
          <p:cNvSpPr>
            <a:spLocks noGrp="1"/>
          </p:cNvSpPr>
          <p:nvPr/>
        </p:nvSpPr>
        <p:spPr>
          <a:xfrm>
            <a:off x="6236972" y="4597400"/>
            <a:ext cx="381000" cy="323850"/>
          </a:xfrm>
          <a:prstGeom prst="rect">
            <a:avLst/>
          </a:prstGeom>
          <a:noFill/>
          <a:ln w="0">
            <a:noFill/>
            <a:prstDash val="solid"/>
          </a:ln>
        </p:spPr>
        <p:txBody>
          <a:bodyPr/>
          <a:lstStyle/>
          <a:p>
            <a:pPr algn="l">
              <a:defRPr sz="2400" b="1">
                <a:solidFill>
                  <a:srgbClr val="000000"/>
                </a:solidFill>
              </a:defRPr>
            </a:pPr>
            <a:endParaRPr sz="2400" b="1" dirty="0">
              <a:solidFill>
                <a:srgbClr val="000000"/>
              </a:solidFill>
            </a:endParaRPr>
          </a:p>
        </p:txBody>
      </p:sp>
      <p:sp>
        <p:nvSpPr>
          <p:cNvPr id="11" name="Rectangle 10">
            <a:extLst>
              <a:ext uri="{FF2B5EF4-FFF2-40B4-BE49-F238E27FC236}">
                <a16:creationId xmlns:a16="http://schemas.microsoft.com/office/drawing/2014/main" id="{8C0981B3-04A1-09DA-BAB5-4C1D711F7E34}"/>
              </a:ext>
            </a:extLst>
          </p:cNvPr>
          <p:cNvSpPr>
            <a:spLocks noGrp="1"/>
          </p:cNvSpPr>
          <p:nvPr/>
        </p:nvSpPr>
        <p:spPr>
          <a:xfrm>
            <a:off x="8702042" y="4088130"/>
            <a:ext cx="2251708" cy="1643380"/>
          </a:xfrm>
          <a:prstGeom prst="rect">
            <a:avLst/>
          </a:prstGeom>
          <a:solidFill>
            <a:srgbClr val="FFF1EA"/>
          </a:solidFill>
          <a:ln w="9525">
            <a:solidFill>
              <a:srgbClr val="B8BCC4"/>
            </a:solidFill>
            <a:prstDash val="solid"/>
          </a:ln>
        </p:spPr>
        <p:txBody>
          <a:bodyPr/>
          <a:lstStyle/>
          <a:p>
            <a:endParaRPr lang="en-US"/>
          </a:p>
        </p:txBody>
      </p:sp>
      <p:sp>
        <p:nvSpPr>
          <p:cNvPr id="12" name="Rectangle 11">
            <a:extLst>
              <a:ext uri="{FF2B5EF4-FFF2-40B4-BE49-F238E27FC236}">
                <a16:creationId xmlns:a16="http://schemas.microsoft.com/office/drawing/2014/main" id="{AF15392F-D543-55F4-1311-F5D1DF641C04}"/>
              </a:ext>
            </a:extLst>
          </p:cNvPr>
          <p:cNvSpPr>
            <a:spLocks noGrp="1"/>
          </p:cNvSpPr>
          <p:nvPr/>
        </p:nvSpPr>
        <p:spPr>
          <a:xfrm>
            <a:off x="8913496" y="4267200"/>
            <a:ext cx="1847850" cy="323850"/>
          </a:xfrm>
          <a:prstGeom prst="rect">
            <a:avLst/>
          </a:prstGeom>
          <a:noFill/>
          <a:ln w="0">
            <a:noFill/>
            <a:prstDash val="solid"/>
          </a:ln>
        </p:spPr>
        <p:txBody>
          <a:bodyPr/>
          <a:lstStyle/>
          <a:p>
            <a:pPr algn="l">
              <a:defRPr sz="1650" b="1">
                <a:solidFill>
                  <a:srgbClr val="FF6B35"/>
                </a:solidFill>
              </a:defRPr>
            </a:pPr>
            <a:r>
              <a:rPr lang="en-GB" sz="1650" b="1" dirty="0">
                <a:solidFill>
                  <a:srgbClr val="FF6B35"/>
                </a:solidFill>
              </a:rPr>
              <a:t>C</a:t>
            </a:r>
            <a:r>
              <a:rPr sz="1650" b="1" dirty="0">
                <a:solidFill>
                  <a:srgbClr val="FF6B35"/>
                </a:solidFill>
              </a:rPr>
              <a:t>loud</a:t>
            </a:r>
            <a:r>
              <a:rPr lang="zh-CN" altLang="en-US" sz="1650" b="1" dirty="0">
                <a:solidFill>
                  <a:srgbClr val="FF6B35"/>
                </a:solidFill>
              </a:rPr>
              <a:t> </a:t>
            </a:r>
            <a:r>
              <a:rPr lang="en-US" altLang="zh-CN" sz="1650" b="1" dirty="0">
                <a:solidFill>
                  <a:srgbClr val="FF6B35"/>
                </a:solidFill>
              </a:rPr>
              <a:t>inference</a:t>
            </a:r>
            <a:endParaRPr sz="1650" b="1" dirty="0">
              <a:solidFill>
                <a:srgbClr val="FF6B35"/>
              </a:solidFill>
            </a:endParaRPr>
          </a:p>
        </p:txBody>
      </p:sp>
      <p:sp>
        <p:nvSpPr>
          <p:cNvPr id="13" name="Rectangle 12">
            <a:extLst>
              <a:ext uri="{FF2B5EF4-FFF2-40B4-BE49-F238E27FC236}">
                <a16:creationId xmlns:a16="http://schemas.microsoft.com/office/drawing/2014/main" id="{90ABF085-94B6-006B-E77C-025FE4DA7610}"/>
              </a:ext>
            </a:extLst>
          </p:cNvPr>
          <p:cNvSpPr>
            <a:spLocks noGrp="1"/>
          </p:cNvSpPr>
          <p:nvPr/>
        </p:nvSpPr>
        <p:spPr>
          <a:xfrm>
            <a:off x="6617972" y="4648835"/>
            <a:ext cx="1847850" cy="704850"/>
          </a:xfrm>
          <a:prstGeom prst="rect">
            <a:avLst/>
          </a:prstGeom>
          <a:noFill/>
          <a:ln w="0">
            <a:noFill/>
            <a:prstDash val="solid"/>
          </a:ln>
        </p:spPr>
        <p:txBody>
          <a:bodyPr/>
          <a:lstStyle/>
          <a:p>
            <a:pPr algn="l">
              <a:defRPr sz="1350" b="0">
                <a:solidFill>
                  <a:srgbClr val="000000"/>
                </a:solidFill>
              </a:defRPr>
            </a:pPr>
            <a:endParaRPr sz="1350" b="0" dirty="0">
              <a:solidFill>
                <a:srgbClr val="000000"/>
              </a:solidFill>
            </a:endParaRPr>
          </a:p>
        </p:txBody>
      </p:sp>
      <p:sp>
        <p:nvSpPr>
          <p:cNvPr id="14" name="Rectangle 13">
            <a:extLst>
              <a:ext uri="{FF2B5EF4-FFF2-40B4-BE49-F238E27FC236}">
                <a16:creationId xmlns:a16="http://schemas.microsoft.com/office/drawing/2014/main" id="{6A681C7B-24C2-3FAC-53A3-1970569B4FBE}"/>
              </a:ext>
            </a:extLst>
          </p:cNvPr>
          <p:cNvSpPr>
            <a:spLocks noGrp="1"/>
          </p:cNvSpPr>
          <p:nvPr/>
        </p:nvSpPr>
        <p:spPr>
          <a:xfrm>
            <a:off x="8846820" y="4770120"/>
            <a:ext cx="2049779" cy="704850"/>
          </a:xfrm>
          <a:prstGeom prst="rect">
            <a:avLst/>
          </a:prstGeom>
          <a:noFill/>
          <a:ln w="0">
            <a:noFill/>
            <a:prstDash val="solid"/>
          </a:ln>
        </p:spPr>
        <p:txBody>
          <a:bodyPr/>
          <a:lstStyle/>
          <a:p>
            <a:pPr algn="l">
              <a:defRPr sz="1350" b="0">
                <a:solidFill>
                  <a:srgbClr val="000000"/>
                </a:solidFill>
              </a:defRPr>
            </a:pPr>
            <a:r>
              <a:rPr lang="en-GB" sz="1350" b="0" dirty="0">
                <a:solidFill>
                  <a:srgbClr val="000000"/>
                </a:solidFill>
              </a:rPr>
              <a:t>reconstruct</a:t>
            </a:r>
            <a:r>
              <a:rPr lang="zh-CN" altLang="en-US" sz="1350" b="0" dirty="0">
                <a:solidFill>
                  <a:srgbClr val="000000"/>
                </a:solidFill>
              </a:rPr>
              <a:t> </a:t>
            </a:r>
            <a:r>
              <a:rPr lang="en-US" altLang="zh-CN" sz="1350" b="0" dirty="0">
                <a:solidFill>
                  <a:srgbClr val="000000"/>
                </a:solidFill>
              </a:rPr>
              <a:t>embedding</a:t>
            </a:r>
          </a:p>
          <a:p>
            <a:pPr>
              <a:defRPr sz="1350" b="0">
                <a:solidFill>
                  <a:srgbClr val="000000"/>
                </a:solidFill>
              </a:defRPr>
            </a:pPr>
            <a:r>
              <a:rPr lang="en-GB" sz="1350" dirty="0"/>
              <a:t>combine prompt and embedding</a:t>
            </a:r>
            <a:endParaRPr lang="en-US" altLang="zh-CN" sz="1350" dirty="0">
              <a:solidFill>
                <a:srgbClr val="000000"/>
              </a:solidFill>
            </a:endParaRPr>
          </a:p>
          <a:p>
            <a:pPr algn="l">
              <a:defRPr sz="1350" b="0">
                <a:solidFill>
                  <a:srgbClr val="000000"/>
                </a:solidFill>
              </a:defRPr>
            </a:pPr>
            <a:r>
              <a:rPr lang="en-US" sz="1350" dirty="0">
                <a:solidFill>
                  <a:srgbClr val="000000"/>
                </a:solidFill>
              </a:rPr>
              <a:t>g</a:t>
            </a:r>
            <a:r>
              <a:rPr lang="en-US" sz="1350" b="0" dirty="0">
                <a:solidFill>
                  <a:srgbClr val="000000"/>
                </a:solidFill>
              </a:rPr>
              <a:t>enerate</a:t>
            </a:r>
            <a:r>
              <a:rPr lang="zh-CN" altLang="en-US" sz="1350" b="0" dirty="0">
                <a:solidFill>
                  <a:srgbClr val="000000"/>
                </a:solidFill>
              </a:rPr>
              <a:t> </a:t>
            </a:r>
            <a:r>
              <a:rPr lang="en-US" altLang="zh-CN" sz="1350" b="0" dirty="0">
                <a:solidFill>
                  <a:srgbClr val="000000"/>
                </a:solidFill>
              </a:rPr>
              <a:t>text</a:t>
            </a:r>
            <a:endParaRPr sz="1350" b="0" dirty="0">
              <a:solidFill>
                <a:srgbClr val="000000"/>
              </a:solidFill>
            </a:endParaRPr>
          </a:p>
        </p:txBody>
      </p:sp>
      <p:sp>
        <p:nvSpPr>
          <p:cNvPr id="16" name="Alternative Process 15">
            <a:extLst>
              <a:ext uri="{FF2B5EF4-FFF2-40B4-BE49-F238E27FC236}">
                <a16:creationId xmlns:a16="http://schemas.microsoft.com/office/drawing/2014/main" id="{13F391ED-FA9A-15C2-E972-D961EDB46546}"/>
              </a:ext>
            </a:extLst>
          </p:cNvPr>
          <p:cNvSpPr/>
          <p:nvPr/>
        </p:nvSpPr>
        <p:spPr>
          <a:xfrm>
            <a:off x="5967221" y="4632388"/>
            <a:ext cx="2735582" cy="577723"/>
          </a:xfrm>
          <a:prstGeom prst="flowChartAlternateProcess">
            <a:avLst/>
          </a:prstGeom>
          <a:solidFill>
            <a:schemeClr val="accent1">
              <a:lumMod val="20000"/>
              <a:lumOff val="80000"/>
            </a:schemeClr>
          </a:solidFill>
          <a:ln>
            <a:solidFill>
              <a:schemeClr val="bg2">
                <a:lumMod val="9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1200" dirty="0">
                <a:solidFill>
                  <a:schemeClr val="tx1">
                    <a:lumMod val="95000"/>
                    <a:lumOff val="5000"/>
                  </a:schemeClr>
                </a:solidFill>
              </a:rPr>
              <a:t>serialized embedding transfer</a:t>
            </a:r>
          </a:p>
          <a:p>
            <a:pPr algn="ctr"/>
            <a:r>
              <a:rPr lang="en-GB" sz="1200" dirty="0">
                <a:solidFill>
                  <a:schemeClr val="tx1">
                    <a:lumMod val="95000"/>
                    <a:lumOff val="5000"/>
                  </a:schemeClr>
                </a:solidFill>
              </a:rPr>
              <a:t>TLS handshake + encryption</a:t>
            </a:r>
          </a:p>
        </p:txBody>
      </p:sp>
      <p:sp>
        <p:nvSpPr>
          <p:cNvPr id="26" name="Rectangle 25">
            <a:extLst>
              <a:ext uri="{FF2B5EF4-FFF2-40B4-BE49-F238E27FC236}">
                <a16:creationId xmlns:a16="http://schemas.microsoft.com/office/drawing/2014/main" id="{583CDFCC-2E3C-6890-3666-71CB9CF639B9}"/>
              </a:ext>
            </a:extLst>
          </p:cNvPr>
          <p:cNvSpPr/>
          <p:nvPr/>
        </p:nvSpPr>
        <p:spPr>
          <a:xfrm>
            <a:off x="3863342" y="5935091"/>
            <a:ext cx="1455420"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edge</a:t>
            </a:r>
            <a:r>
              <a:rPr lang="zh-CN" altLang="en-US" sz="1200" dirty="0"/>
              <a:t> </a:t>
            </a:r>
            <a:r>
              <a:rPr lang="en-US" sz="1200" dirty="0"/>
              <a:t>embedding</a:t>
            </a:r>
          </a:p>
        </p:txBody>
      </p:sp>
      <p:sp>
        <p:nvSpPr>
          <p:cNvPr id="27" name="Rectangle 26">
            <a:extLst>
              <a:ext uri="{FF2B5EF4-FFF2-40B4-BE49-F238E27FC236}">
                <a16:creationId xmlns:a16="http://schemas.microsoft.com/office/drawing/2014/main" id="{D1E9DF30-6B9C-E037-0CE0-4DB953788253}"/>
              </a:ext>
            </a:extLst>
          </p:cNvPr>
          <p:cNvSpPr/>
          <p:nvPr/>
        </p:nvSpPr>
        <p:spPr>
          <a:xfrm>
            <a:off x="5334004" y="5933504"/>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serialization</a:t>
            </a:r>
            <a:endParaRPr lang="en-US" sz="1200" dirty="0"/>
          </a:p>
        </p:txBody>
      </p:sp>
      <p:sp>
        <p:nvSpPr>
          <p:cNvPr id="28" name="Rectangle 27">
            <a:extLst>
              <a:ext uri="{FF2B5EF4-FFF2-40B4-BE49-F238E27FC236}">
                <a16:creationId xmlns:a16="http://schemas.microsoft.com/office/drawing/2014/main" id="{A4591EA8-8662-0AAE-E784-A640267FA77D}"/>
              </a:ext>
            </a:extLst>
          </p:cNvPr>
          <p:cNvSpPr/>
          <p:nvPr/>
        </p:nvSpPr>
        <p:spPr>
          <a:xfrm>
            <a:off x="6396994" y="5932933"/>
            <a:ext cx="2118356"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TLS</a:t>
            </a:r>
            <a:r>
              <a:rPr lang="zh-CN" altLang="en-US" sz="1200" dirty="0"/>
              <a:t> </a:t>
            </a:r>
            <a:r>
              <a:rPr lang="en-US" altLang="zh-CN" sz="1200" dirty="0"/>
              <a:t>setup</a:t>
            </a:r>
            <a:r>
              <a:rPr lang="zh-CN" altLang="en-US" sz="1200" dirty="0"/>
              <a:t> </a:t>
            </a:r>
            <a:r>
              <a:rPr lang="en-US" altLang="zh-CN" sz="1200" dirty="0"/>
              <a:t>+</a:t>
            </a:r>
            <a:r>
              <a:rPr lang="zh-CN" altLang="en-US" sz="1200" dirty="0"/>
              <a:t> </a:t>
            </a:r>
            <a:endParaRPr lang="en-GB" altLang="zh-CN" sz="1200" dirty="0"/>
          </a:p>
          <a:p>
            <a:pPr algn="ctr"/>
            <a:r>
              <a:rPr lang="en-US" altLang="zh-CN" sz="1200" dirty="0"/>
              <a:t>encrypted</a:t>
            </a:r>
            <a:r>
              <a:rPr lang="zh-CN" altLang="en-US" sz="1200" dirty="0"/>
              <a:t> </a:t>
            </a:r>
            <a:r>
              <a:rPr lang="en-US" altLang="zh-CN" sz="1200" dirty="0"/>
              <a:t>transfer</a:t>
            </a:r>
            <a:endParaRPr lang="en-US" sz="1200" dirty="0"/>
          </a:p>
        </p:txBody>
      </p:sp>
      <p:sp>
        <p:nvSpPr>
          <p:cNvPr id="29" name="Rectangle 28">
            <a:extLst>
              <a:ext uri="{FF2B5EF4-FFF2-40B4-BE49-F238E27FC236}">
                <a16:creationId xmlns:a16="http://schemas.microsoft.com/office/drawing/2014/main" id="{5B05EF8C-FCC8-62DB-C1EE-DA432BE13104}"/>
              </a:ext>
            </a:extLst>
          </p:cNvPr>
          <p:cNvSpPr/>
          <p:nvPr/>
        </p:nvSpPr>
        <p:spPr>
          <a:xfrm>
            <a:off x="9578339" y="5932933"/>
            <a:ext cx="1363981"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Cloud</a:t>
            </a:r>
            <a:r>
              <a:rPr lang="zh-CN" altLang="en-US" sz="1200" dirty="0"/>
              <a:t> </a:t>
            </a:r>
            <a:r>
              <a:rPr lang="en-US" altLang="zh-CN" sz="1200" dirty="0"/>
              <a:t>inference</a:t>
            </a:r>
            <a:endParaRPr lang="en-US" sz="1200" dirty="0"/>
          </a:p>
        </p:txBody>
      </p:sp>
      <p:sp>
        <p:nvSpPr>
          <p:cNvPr id="31" name="Rectangle 30">
            <a:extLst>
              <a:ext uri="{FF2B5EF4-FFF2-40B4-BE49-F238E27FC236}">
                <a16:creationId xmlns:a16="http://schemas.microsoft.com/office/drawing/2014/main" id="{B269ECA1-3868-F3A9-DE85-DD51A2962B9A}"/>
              </a:ext>
            </a:extLst>
          </p:cNvPr>
          <p:cNvSpPr/>
          <p:nvPr/>
        </p:nvSpPr>
        <p:spPr>
          <a:xfrm>
            <a:off x="8530591" y="5937821"/>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reconstruct embedding</a:t>
            </a:r>
          </a:p>
        </p:txBody>
      </p:sp>
    </p:spTree>
    <p:extLst>
      <p:ext uri="{BB962C8B-B14F-4D97-AF65-F5344CB8AC3E}">
        <p14:creationId xmlns:p14="http://schemas.microsoft.com/office/powerpoint/2010/main" val="35631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0FCC8-E417-02CA-FDB0-A68799994E02}"/>
              </a:ext>
            </a:extLst>
          </p:cNvPr>
          <p:cNvSpPr>
            <a:spLocks noGrp="1"/>
          </p:cNvSpPr>
          <p:nvPr>
            <p:ph type="title"/>
          </p:nvPr>
        </p:nvSpPr>
        <p:spPr/>
        <p:txBody>
          <a:bodyPr/>
          <a:lstStyle/>
          <a:p>
            <a:r>
              <a:rPr lang="en-US" dirty="0"/>
              <a:t>Metrics - Latency</a:t>
            </a:r>
          </a:p>
        </p:txBody>
      </p:sp>
      <p:graphicFrame>
        <p:nvGraphicFramePr>
          <p:cNvPr id="4" name="Content Placeholder 3">
            <a:extLst>
              <a:ext uri="{FF2B5EF4-FFF2-40B4-BE49-F238E27FC236}">
                <a16:creationId xmlns:a16="http://schemas.microsoft.com/office/drawing/2014/main" id="{FDDD12B8-C530-2800-ADF7-22D0FE6F6619}"/>
              </a:ext>
            </a:extLst>
          </p:cNvPr>
          <p:cNvGraphicFramePr>
            <a:graphicFrameLocks noGrp="1"/>
          </p:cNvGraphicFramePr>
          <p:nvPr>
            <p:ph idx="1"/>
            <p:extLst>
              <p:ext uri="{D42A27DB-BD31-4B8C-83A1-F6EECF244321}">
                <p14:modId xmlns:p14="http://schemas.microsoft.com/office/powerpoint/2010/main" val="2104388421"/>
              </p:ext>
            </p:extLst>
          </p:nvPr>
        </p:nvGraphicFramePr>
        <p:xfrm>
          <a:off x="838200" y="1825625"/>
          <a:ext cx="10146030" cy="375412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r>
                        <a:rPr lang="en-GB" sz="1800" kern="1200" dirty="0">
                          <a:solidFill>
                            <a:schemeClr val="dk1"/>
                          </a:solidFill>
                          <a:latin typeface="+mn-lt"/>
                          <a:ea typeface="+mn-ea"/>
                          <a:cs typeface="+mn-cs"/>
                        </a:rPr>
                        <a:t>Local inference latency</a:t>
                      </a:r>
                    </a:p>
                    <a:p>
                      <a:r>
                        <a:rPr lang="en-GB" sz="1800" kern="1200" dirty="0">
                          <a:solidFill>
                            <a:schemeClr val="dk1"/>
                          </a:solidFill>
                          <a:latin typeface="+mn-lt"/>
                          <a:ea typeface="+mn-ea"/>
                          <a:cs typeface="+mn-cs"/>
                        </a:rPr>
                        <a:t>= edge embedding latency + local text generation latency</a:t>
                      </a:r>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r>
                        <a:rPr lang="en-GB" sz="1800" kern="1200" dirty="0">
                          <a:solidFill>
                            <a:schemeClr val="dk1"/>
                          </a:solidFill>
                          <a:latin typeface="+mn-lt"/>
                          <a:ea typeface="+mn-ea"/>
                          <a:cs typeface="+mn-cs"/>
                        </a:rPr>
                        <a:t>Split inference latency</a:t>
                      </a:r>
                    </a:p>
                    <a:p>
                      <a:r>
                        <a:rPr lang="en-GB" sz="1800" kern="1200" dirty="0">
                          <a:solidFill>
                            <a:schemeClr val="dk1"/>
                          </a:solidFill>
                          <a:latin typeface="+mn-lt"/>
                          <a:ea typeface="+mn-ea"/>
                          <a:cs typeface="+mn-cs"/>
                        </a:rPr>
                        <a:t>= edge embedding latency + embedding transfer latency + cloud text generation latency</a:t>
                      </a:r>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r>
                        <a:rPr lang="en-GB" sz="1800" kern="1200" dirty="0">
                          <a:solidFill>
                            <a:schemeClr val="dk1"/>
                          </a:solidFill>
                          <a:latin typeface="+mn-lt"/>
                          <a:ea typeface="+mn-ea"/>
                          <a:cs typeface="+mn-cs"/>
                        </a:rPr>
                        <a:t>Secure split inference latency</a:t>
                      </a:r>
                    </a:p>
                    <a:p>
                      <a:r>
                        <a:rPr lang="en-GB" sz="1800" kern="1200" dirty="0">
                          <a:solidFill>
                            <a:schemeClr val="dk1"/>
                          </a:solidFill>
                          <a:latin typeface="+mn-lt"/>
                          <a:ea typeface="+mn-ea"/>
                          <a:cs typeface="+mn-cs"/>
                        </a:rPr>
                        <a:t>= edge embedding latency + encrypted embedding transfer latency + cloud text generation latency</a:t>
                      </a:r>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r>
                        <a:rPr lang="en-GB" sz="1800" kern="1200" dirty="0">
                          <a:solidFill>
                            <a:schemeClr val="dk1"/>
                          </a:solidFill>
                          <a:latin typeface="+mn-lt"/>
                          <a:ea typeface="+mn-ea"/>
                          <a:cs typeface="+mn-cs"/>
                        </a:rPr>
                        <a:t>Secure split + TDX latency</a:t>
                      </a:r>
                    </a:p>
                    <a:p>
                      <a:r>
                        <a:rPr lang="en-GB" sz="1800" kern="1200" dirty="0">
                          <a:solidFill>
                            <a:schemeClr val="dk1"/>
                          </a:solidFill>
                          <a:latin typeface="+mn-lt"/>
                          <a:ea typeface="+mn-ea"/>
                          <a:cs typeface="+mn-cs"/>
                        </a:rPr>
                        <a:t>= edge embedding latency + encrypted embedding transfer latency + TDX cloud text generation latency</a:t>
                      </a:r>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729314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47FAC-E493-F7C0-BE66-786D4A725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298A0A-2212-5E0B-7D74-5E4496CAC571}"/>
              </a:ext>
            </a:extLst>
          </p:cNvPr>
          <p:cNvSpPr>
            <a:spLocks noGrp="1"/>
          </p:cNvSpPr>
          <p:nvPr>
            <p:ph type="title"/>
          </p:nvPr>
        </p:nvSpPr>
        <p:spPr>
          <a:xfrm>
            <a:off x="838199" y="18255"/>
            <a:ext cx="10515600" cy="1325563"/>
          </a:xfrm>
        </p:spPr>
        <p:txBody>
          <a:bodyPr/>
          <a:lstStyle/>
          <a:p>
            <a:r>
              <a:rPr lang="en-US" dirty="0"/>
              <a:t>Metrics - Latency</a:t>
            </a:r>
          </a:p>
        </p:txBody>
      </p:sp>
      <p:sp>
        <p:nvSpPr>
          <p:cNvPr id="5" name="Content Placeholder 4">
            <a:extLst>
              <a:ext uri="{FF2B5EF4-FFF2-40B4-BE49-F238E27FC236}">
                <a16:creationId xmlns:a16="http://schemas.microsoft.com/office/drawing/2014/main" id="{52370DF7-7FB4-BD29-799E-82A6E08A8E69}"/>
              </a:ext>
            </a:extLst>
          </p:cNvPr>
          <p:cNvSpPr>
            <a:spLocks noGrp="1"/>
          </p:cNvSpPr>
          <p:nvPr>
            <p:ph idx="1"/>
          </p:nvPr>
        </p:nvSpPr>
        <p:spPr>
          <a:xfrm>
            <a:off x="838199" y="1303020"/>
            <a:ext cx="10515600" cy="4351338"/>
          </a:xfrm>
        </p:spPr>
        <p:txBody>
          <a:bodyPr/>
          <a:lstStyle/>
          <a:p>
            <a:endParaRPr lang="en-US"/>
          </a:p>
        </p:txBody>
      </p:sp>
      <p:graphicFrame>
        <p:nvGraphicFramePr>
          <p:cNvPr id="6" name="Table 5">
            <a:extLst>
              <a:ext uri="{FF2B5EF4-FFF2-40B4-BE49-F238E27FC236}">
                <a16:creationId xmlns:a16="http://schemas.microsoft.com/office/drawing/2014/main" id="{5D6D8649-71AD-C152-F318-84BAC9D00373}"/>
              </a:ext>
            </a:extLst>
          </p:cNvPr>
          <p:cNvGraphicFramePr>
            <a:graphicFrameLocks noGrp="1"/>
          </p:cNvGraphicFramePr>
          <p:nvPr>
            <p:extLst>
              <p:ext uri="{D42A27DB-BD31-4B8C-83A1-F6EECF244321}">
                <p14:modId xmlns:p14="http://schemas.microsoft.com/office/powerpoint/2010/main" val="711754576"/>
              </p:ext>
            </p:extLst>
          </p:nvPr>
        </p:nvGraphicFramePr>
        <p:xfrm>
          <a:off x="838199" y="1303020"/>
          <a:ext cx="10515599" cy="4251960"/>
        </p:xfrm>
        <a:graphic>
          <a:graphicData uri="http://schemas.openxmlformats.org/drawingml/2006/table">
            <a:tbl>
              <a:tblPr firstRow="1" bandRow="1">
                <a:tableStyleId>{5C22544A-7EE6-4342-B048-85BDC9FD1C3A}</a:tableStyleId>
              </a:tblPr>
              <a:tblGrid>
                <a:gridCol w="1860175">
                  <a:extLst>
                    <a:ext uri="{9D8B030D-6E8A-4147-A177-3AD203B41FA5}">
                      <a16:colId xmlns:a16="http://schemas.microsoft.com/office/drawing/2014/main" val="133070762"/>
                    </a:ext>
                  </a:extLst>
                </a:gridCol>
                <a:gridCol w="1860175">
                  <a:extLst>
                    <a:ext uri="{9D8B030D-6E8A-4147-A177-3AD203B41FA5}">
                      <a16:colId xmlns:a16="http://schemas.microsoft.com/office/drawing/2014/main" val="338111334"/>
                    </a:ext>
                  </a:extLst>
                </a:gridCol>
                <a:gridCol w="1860175">
                  <a:extLst>
                    <a:ext uri="{9D8B030D-6E8A-4147-A177-3AD203B41FA5}">
                      <a16:colId xmlns:a16="http://schemas.microsoft.com/office/drawing/2014/main" val="916780342"/>
                    </a:ext>
                  </a:extLst>
                </a:gridCol>
                <a:gridCol w="2570512">
                  <a:extLst>
                    <a:ext uri="{9D8B030D-6E8A-4147-A177-3AD203B41FA5}">
                      <a16:colId xmlns:a16="http://schemas.microsoft.com/office/drawing/2014/main" val="2038141888"/>
                    </a:ext>
                  </a:extLst>
                </a:gridCol>
                <a:gridCol w="2364562">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 (s)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network overhead</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Cloud</a:t>
                      </a:r>
                      <a:r>
                        <a:rPr lang="zh-CN" altLang="en-US" sz="1800" dirty="0"/>
                        <a:t> </a:t>
                      </a:r>
                      <a:r>
                        <a:rPr lang="en-US" altLang="zh-CN" sz="1800" dirty="0"/>
                        <a:t>inference (s)</a:t>
                      </a:r>
                      <a:endParaRPr lang="en-US" sz="1800" dirty="0"/>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18.958</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0274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14.8161</a:t>
                      </a: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18.904</a:t>
                      </a:r>
                      <a:r>
                        <a:rPr lang="en-US" altLang="zh-CN" sz="1800" kern="1200" dirty="0">
                          <a:solidFill>
                            <a:schemeClr val="dk1"/>
                          </a:solidFill>
                          <a:effectLst/>
                          <a:latin typeface="+mn-lt"/>
                          <a:ea typeface="+mn-ea"/>
                          <a:cs typeface="+mn-cs"/>
                        </a:rPr>
                        <a:t>5</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449</a:t>
                      </a:r>
                      <a:r>
                        <a:rPr lang="en-US" altLang="zh-CN" sz="1800" kern="1200" dirty="0">
                          <a:solidFill>
                            <a:schemeClr val="dk1"/>
                          </a:solidFill>
                          <a:effectLst/>
                          <a:latin typeface="+mn-lt"/>
                          <a:ea typeface="+mn-ea"/>
                          <a:cs typeface="+mn-cs"/>
                        </a:rPr>
                        <a:t>4</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16.4645</a:t>
                      </a: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18.7869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183</a:t>
                      </a:r>
                      <a:r>
                        <a:rPr lang="en-US" altLang="zh-CN" sz="1800" kern="1200" dirty="0">
                          <a:solidFill>
                            <a:schemeClr val="dk1"/>
                          </a:solidFill>
                          <a:effectLst/>
                          <a:latin typeface="+mn-lt"/>
                          <a:ea typeface="+mn-ea"/>
                          <a:cs typeface="+mn-cs"/>
                        </a:rPr>
                        <a:t>3</a:t>
                      </a:r>
                      <a:endParaRPr lang="en-GB" sz="1800" kern="1200" dirty="0">
                        <a:solidFill>
                          <a:schemeClr val="dk1"/>
                        </a:solidFill>
                        <a:effectLst/>
                        <a:latin typeface="+mn-lt"/>
                        <a:ea typeface="+mn-ea"/>
                        <a:cs typeface="+mn-cs"/>
                      </a:endParaRPr>
                    </a:p>
                    <a:p>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14.8943</a:t>
                      </a: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18.8247</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6957</a:t>
                      </a:r>
                    </a:p>
                  </a:txBody>
                  <a:tcPr/>
                </a:tc>
                <a:tc>
                  <a:txBody>
                    <a:bodyPr/>
                    <a:lstStyle/>
                    <a:p>
                      <a:r>
                        <a:rPr lang="en-GB" sz="1800" kern="1200" dirty="0">
                          <a:solidFill>
                            <a:schemeClr val="dk1"/>
                          </a:solidFill>
                          <a:effectLst/>
                          <a:latin typeface="+mn-lt"/>
                          <a:ea typeface="+mn-ea"/>
                          <a:cs typeface="+mn-cs"/>
                        </a:rPr>
                        <a:t>16.583</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18.7692</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265</a:t>
                      </a:r>
                      <a:r>
                        <a:rPr lang="en-US" altLang="zh-CN" sz="1800" kern="1200" dirty="0">
                          <a:solidFill>
                            <a:schemeClr val="dk1"/>
                          </a:solidFill>
                          <a:effectLst/>
                          <a:latin typeface="+mn-lt"/>
                          <a:ea typeface="+mn-ea"/>
                          <a:cs typeface="+mn-cs"/>
                        </a:rPr>
                        <a:t>8</a:t>
                      </a:r>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14.9650</a:t>
                      </a: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18.7151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6962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16.6273</a:t>
                      </a:r>
                    </a:p>
                  </a:txBody>
                  <a:tcPr/>
                </a:tc>
                <a:extLst>
                  <a:ext uri="{0D108BD9-81ED-4DB2-BD59-A6C34878D82A}">
                    <a16:rowId xmlns:a16="http://schemas.microsoft.com/office/drawing/2014/main" val="2170254071"/>
                  </a:ext>
                </a:extLst>
              </a:tr>
            </a:tbl>
          </a:graphicData>
        </a:graphic>
      </p:graphicFrame>
      <p:sp>
        <p:nvSpPr>
          <p:cNvPr id="8" name="TextBox 7">
            <a:extLst>
              <a:ext uri="{FF2B5EF4-FFF2-40B4-BE49-F238E27FC236}">
                <a16:creationId xmlns:a16="http://schemas.microsoft.com/office/drawing/2014/main" id="{8B9D4C5E-C541-4AE9-F56D-19CD2E0A10FC}"/>
              </a:ext>
            </a:extLst>
          </p:cNvPr>
          <p:cNvSpPr txBox="1"/>
          <p:nvPr/>
        </p:nvSpPr>
        <p:spPr>
          <a:xfrm>
            <a:off x="838198" y="5974765"/>
            <a:ext cx="10515599" cy="369332"/>
          </a:xfrm>
          <a:prstGeom prst="rect">
            <a:avLst/>
          </a:prstGeom>
          <a:noFill/>
        </p:spPr>
        <p:txBody>
          <a:bodyPr wrap="square">
            <a:spAutoFit/>
          </a:bodyPr>
          <a:lstStyle/>
          <a:p>
            <a:r>
              <a:rPr lang="zh-CN" altLang="en-US" dirty="0"/>
              <a:t> </a:t>
            </a:r>
            <a:r>
              <a:rPr lang="en-GB" b="1" dirty="0">
                <a:solidFill>
                  <a:srgbClr val="000000"/>
                </a:solidFill>
              </a:rPr>
              <a:t>The current data suggests encryption is not the main bottleneck</a:t>
            </a:r>
            <a:endParaRPr lang="en-US" dirty="0"/>
          </a:p>
        </p:txBody>
      </p:sp>
    </p:spTree>
    <p:extLst>
      <p:ext uri="{BB962C8B-B14F-4D97-AF65-F5344CB8AC3E}">
        <p14:creationId xmlns:p14="http://schemas.microsoft.com/office/powerpoint/2010/main" val="398426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67EF5-FC6F-7792-41C5-2D2216A74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D31E1F-4DC1-E802-793B-E81DE612C316}"/>
              </a:ext>
            </a:extLst>
          </p:cNvPr>
          <p:cNvSpPr>
            <a:spLocks noGrp="1"/>
          </p:cNvSpPr>
          <p:nvPr>
            <p:ph type="title"/>
          </p:nvPr>
        </p:nvSpPr>
        <p:spPr/>
        <p:txBody>
          <a:bodyPr/>
          <a:lstStyle/>
          <a:p>
            <a:r>
              <a:rPr lang="en-US" dirty="0"/>
              <a:t>Metrics – CPU </a:t>
            </a:r>
            <a:r>
              <a:rPr lang="en-GB" dirty="0"/>
              <a:t>time</a:t>
            </a:r>
            <a:br>
              <a:rPr lang="en-GB" dirty="0"/>
            </a:br>
            <a:r>
              <a:rPr lang="en-US" dirty="0"/>
              <a:t> </a:t>
            </a:r>
          </a:p>
        </p:txBody>
      </p:sp>
      <p:graphicFrame>
        <p:nvGraphicFramePr>
          <p:cNvPr id="4" name="Content Placeholder 3">
            <a:extLst>
              <a:ext uri="{FF2B5EF4-FFF2-40B4-BE49-F238E27FC236}">
                <a16:creationId xmlns:a16="http://schemas.microsoft.com/office/drawing/2014/main" id="{954E03B5-1DE7-31B9-E397-7DFA3548B25B}"/>
              </a:ext>
            </a:extLst>
          </p:cNvPr>
          <p:cNvGraphicFramePr>
            <a:graphicFrameLocks noGrp="1"/>
          </p:cNvGraphicFramePr>
          <p:nvPr>
            <p:ph idx="1"/>
            <p:extLst>
              <p:ext uri="{D42A27DB-BD31-4B8C-83A1-F6EECF244321}">
                <p14:modId xmlns:p14="http://schemas.microsoft.com/office/powerpoint/2010/main" val="340832973"/>
              </p:ext>
            </p:extLst>
          </p:nvPr>
        </p:nvGraphicFramePr>
        <p:xfrm>
          <a:off x="838200" y="1151255"/>
          <a:ext cx="10146030" cy="320548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CPU time = edge embedding CPU time + local text generation CPU time</a:t>
                      </a:r>
                      <a:endParaRPr lang="en-US" dirty="0"/>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CPU time = edge embedding CPU time + transfer CPU time + cloud text generation CPU time</a:t>
                      </a:r>
                      <a:endParaRPr lang="en-US" dirty="0"/>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CPU time = edge embedding CPU time + encrypted transfer CPU time + cloud text generation CPU time</a:t>
                      </a:r>
                      <a:endParaRPr lang="en-US" dirty="0"/>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 TDX CPU time = edge embedding CPU time + encrypted transfer CPU time + TDX cloud text generation CPU time</a:t>
                      </a:r>
                      <a:endParaRPr lang="en-US" dirty="0"/>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1369336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856F0-5759-69BE-CE0E-C7C075FD5D08}"/>
              </a:ext>
            </a:extLst>
          </p:cNvPr>
          <p:cNvSpPr>
            <a:spLocks noGrp="1"/>
          </p:cNvSpPr>
          <p:nvPr>
            <p:ph type="title"/>
          </p:nvPr>
        </p:nvSpPr>
        <p:spPr>
          <a:xfrm>
            <a:off x="838200" y="136525"/>
            <a:ext cx="10515600" cy="1325563"/>
          </a:xfrm>
        </p:spPr>
        <p:txBody>
          <a:bodyPr/>
          <a:lstStyle/>
          <a:p>
            <a:r>
              <a:rPr lang="en-US" dirty="0"/>
              <a:t>Metrics – CPU </a:t>
            </a:r>
            <a:r>
              <a:rPr lang="en-GB" dirty="0"/>
              <a:t>time</a:t>
            </a:r>
            <a:endParaRPr lang="en-US" dirty="0"/>
          </a:p>
        </p:txBody>
      </p:sp>
      <p:graphicFrame>
        <p:nvGraphicFramePr>
          <p:cNvPr id="4" name="Table 3">
            <a:extLst>
              <a:ext uri="{FF2B5EF4-FFF2-40B4-BE49-F238E27FC236}">
                <a16:creationId xmlns:a16="http://schemas.microsoft.com/office/drawing/2014/main" id="{10467F80-6FE1-AAA0-5934-C061F3323B4C}"/>
              </a:ext>
            </a:extLst>
          </p:cNvPr>
          <p:cNvGraphicFramePr>
            <a:graphicFrameLocks noGrp="1"/>
          </p:cNvGraphicFramePr>
          <p:nvPr>
            <p:extLst>
              <p:ext uri="{D42A27DB-BD31-4B8C-83A1-F6EECF244321}">
                <p14:modId xmlns:p14="http://schemas.microsoft.com/office/powerpoint/2010/main" val="3837771908"/>
              </p:ext>
            </p:extLst>
          </p:nvPr>
        </p:nvGraphicFramePr>
        <p:xfrm>
          <a:off x="838200" y="1143635"/>
          <a:ext cx="10223377" cy="4480560"/>
        </p:xfrm>
        <a:graphic>
          <a:graphicData uri="http://schemas.openxmlformats.org/drawingml/2006/table">
            <a:tbl>
              <a:tblPr firstRow="1" bandRow="1">
                <a:tableStyleId>{5C22544A-7EE6-4342-B048-85BDC9FD1C3A}</a:tableStyleId>
              </a:tblPr>
              <a:tblGrid>
                <a:gridCol w="1299686">
                  <a:extLst>
                    <a:ext uri="{9D8B030D-6E8A-4147-A177-3AD203B41FA5}">
                      <a16:colId xmlns:a16="http://schemas.microsoft.com/office/drawing/2014/main" val="133070762"/>
                    </a:ext>
                  </a:extLst>
                </a:gridCol>
                <a:gridCol w="1792191">
                  <a:extLst>
                    <a:ext uri="{9D8B030D-6E8A-4147-A177-3AD203B41FA5}">
                      <a16:colId xmlns:a16="http://schemas.microsoft.com/office/drawing/2014/main" val="338111334"/>
                    </a:ext>
                  </a:extLst>
                </a:gridCol>
                <a:gridCol w="1512111">
                  <a:extLst>
                    <a:ext uri="{9D8B030D-6E8A-4147-A177-3AD203B41FA5}">
                      <a16:colId xmlns:a16="http://schemas.microsoft.com/office/drawing/2014/main" val="916780342"/>
                    </a:ext>
                  </a:extLst>
                </a:gridCol>
                <a:gridCol w="2066492">
                  <a:extLst>
                    <a:ext uri="{9D8B030D-6E8A-4147-A177-3AD203B41FA5}">
                      <a16:colId xmlns:a16="http://schemas.microsoft.com/office/drawing/2014/main" val="758625885"/>
                    </a:ext>
                  </a:extLst>
                </a:gridCol>
                <a:gridCol w="1478079">
                  <a:extLst>
                    <a:ext uri="{9D8B030D-6E8A-4147-A177-3AD203B41FA5}">
                      <a16:colId xmlns:a16="http://schemas.microsoft.com/office/drawing/2014/main" val="3221669214"/>
                    </a:ext>
                  </a:extLst>
                </a:gridCol>
                <a:gridCol w="2074818">
                  <a:extLst>
                    <a:ext uri="{9D8B030D-6E8A-4147-A177-3AD203B41FA5}">
                      <a16:colId xmlns:a16="http://schemas.microsoft.com/office/drawing/2014/main" val="1495561191"/>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a:t>
                      </a:r>
                      <a:r>
                        <a:rPr lang="zh-CN" altLang="en-US" dirty="0"/>
                        <a:t> </a:t>
                      </a:r>
                      <a:r>
                        <a:rPr lang="en-US" altLang="zh-CN" dirty="0" err="1"/>
                        <a:t>cpu</a:t>
                      </a:r>
                      <a:r>
                        <a:rPr lang="zh-CN" altLang="en-US" dirty="0"/>
                        <a:t> </a:t>
                      </a:r>
                      <a:r>
                        <a:rPr lang="en-US" altLang="zh-CN" dirty="0"/>
                        <a:t>time (s)</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edge</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transfer</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(s)</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 performance 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kern="1200" dirty="0">
                          <a:solidFill>
                            <a:schemeClr val="dk1"/>
                          </a:solidFill>
                          <a:latin typeface="+mn-lt"/>
                          <a:ea typeface="+mn-ea"/>
                          <a:cs typeface="+mn-cs"/>
                        </a:rPr>
                        <a:t> </a:t>
                      </a: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37.997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29.628</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37.871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32.926</a:t>
                      </a:r>
                    </a:p>
                  </a:txBody>
                  <a:tcPr/>
                </a:tc>
                <a:tc>
                  <a:txBody>
                    <a:bodyPr/>
                    <a:lstStyle/>
                    <a:p>
                      <a:r>
                        <a:rPr lang="en-GB" dirty="0"/>
                        <a:t>+11.13%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37.648</a:t>
                      </a:r>
                    </a:p>
                  </a:txBody>
                  <a:tcPr/>
                </a:tc>
                <a:tc>
                  <a:txBody>
                    <a:bodyPr/>
                    <a:lstStyle/>
                    <a:p>
                      <a:r>
                        <a:rPr lang="en-GB" sz="1800" kern="1200" dirty="0">
                          <a:solidFill>
                            <a:schemeClr val="dk1"/>
                          </a:solidFill>
                          <a:effectLst/>
                          <a:latin typeface="+mn-lt"/>
                          <a:ea typeface="+mn-ea"/>
                          <a:cs typeface="+mn-cs"/>
                        </a:rPr>
                        <a:t>12.00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29.787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37.724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10.00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33.163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+11.33%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37.507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r>
                        <a:rPr lang="en-GB" sz="1800" kern="1200" dirty="0">
                          <a:solidFill>
                            <a:schemeClr val="dk1"/>
                          </a:solidFill>
                          <a:effectLst/>
                          <a:latin typeface="+mn-lt"/>
                          <a:ea typeface="+mn-ea"/>
                          <a:cs typeface="+mn-cs"/>
                        </a:rPr>
                        <a:t>29.932</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37.597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33.246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+11.07%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3987597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2DAA5-9D7D-7892-E745-7D2A1F30F67D}"/>
              </a:ext>
            </a:extLst>
          </p:cNvPr>
          <p:cNvSpPr>
            <a:spLocks noGrp="1"/>
          </p:cNvSpPr>
          <p:nvPr>
            <p:ph type="title"/>
          </p:nvPr>
        </p:nvSpPr>
        <p:spPr/>
        <p:txBody>
          <a:bodyPr/>
          <a:lstStyle/>
          <a:p>
            <a:r>
              <a:rPr lang="en-US" dirty="0"/>
              <a:t>Metrics – </a:t>
            </a:r>
            <a:r>
              <a:rPr lang="en-GB" dirty="0"/>
              <a:t>Throughput Degradation</a:t>
            </a:r>
            <a:endParaRPr lang="en-US" dirty="0"/>
          </a:p>
        </p:txBody>
      </p:sp>
      <p:sp>
        <p:nvSpPr>
          <p:cNvPr id="3" name="Content Placeholder 2">
            <a:extLst>
              <a:ext uri="{FF2B5EF4-FFF2-40B4-BE49-F238E27FC236}">
                <a16:creationId xmlns:a16="http://schemas.microsoft.com/office/drawing/2014/main" id="{BFE19E9F-E266-AE5D-5498-A94CB0208C7F}"/>
              </a:ext>
            </a:extLst>
          </p:cNvPr>
          <p:cNvSpPr>
            <a:spLocks noGrp="1"/>
          </p:cNvSpPr>
          <p:nvPr>
            <p:ph idx="1"/>
          </p:nvPr>
        </p:nvSpPr>
        <p:spPr/>
        <p:txBody>
          <a:bodyPr/>
          <a:lstStyle/>
          <a:p>
            <a:r>
              <a:rPr lang="en-GB" dirty="0"/>
              <a:t>Throughput measures how many images the system can process within a minute.</a:t>
            </a:r>
          </a:p>
          <a:p>
            <a:r>
              <a:rPr lang="en-GB" dirty="0"/>
              <a:t>Throughput = Number of processed images / Total batch time × 60</a:t>
            </a:r>
          </a:p>
          <a:p>
            <a:endParaRPr lang="en-US" dirty="0"/>
          </a:p>
        </p:txBody>
      </p:sp>
      <p:graphicFrame>
        <p:nvGraphicFramePr>
          <p:cNvPr id="4" name="Table 3">
            <a:extLst>
              <a:ext uri="{FF2B5EF4-FFF2-40B4-BE49-F238E27FC236}">
                <a16:creationId xmlns:a16="http://schemas.microsoft.com/office/drawing/2014/main" id="{ECFA8844-C062-716A-2D62-AB5CFBEC373B}"/>
              </a:ext>
            </a:extLst>
          </p:cNvPr>
          <p:cNvGraphicFramePr>
            <a:graphicFrameLocks noGrp="1"/>
          </p:cNvGraphicFramePr>
          <p:nvPr>
            <p:extLst>
              <p:ext uri="{D42A27DB-BD31-4B8C-83A1-F6EECF244321}">
                <p14:modId xmlns:p14="http://schemas.microsoft.com/office/powerpoint/2010/main" val="4084726235"/>
              </p:ext>
            </p:extLst>
          </p:nvPr>
        </p:nvGraphicFramePr>
        <p:xfrm>
          <a:off x="838200" y="3421743"/>
          <a:ext cx="10515600" cy="2617470"/>
        </p:xfrm>
        <a:graphic>
          <a:graphicData uri="http://schemas.openxmlformats.org/drawingml/2006/table">
            <a:tbl>
              <a:tblPr firstRow="1" bandRow="1">
                <a:tableStyleId>{5C22544A-7EE6-4342-B048-85BDC9FD1C3A}</a:tableStyleId>
              </a:tblPr>
              <a:tblGrid>
                <a:gridCol w="2259954">
                  <a:extLst>
                    <a:ext uri="{9D8B030D-6E8A-4147-A177-3AD203B41FA5}">
                      <a16:colId xmlns:a16="http://schemas.microsoft.com/office/drawing/2014/main" val="133070762"/>
                    </a:ext>
                  </a:extLst>
                </a:gridCol>
                <a:gridCol w="2259954">
                  <a:extLst>
                    <a:ext uri="{9D8B030D-6E8A-4147-A177-3AD203B41FA5}">
                      <a16:colId xmlns:a16="http://schemas.microsoft.com/office/drawing/2014/main" val="338111334"/>
                    </a:ext>
                  </a:extLst>
                </a:gridCol>
                <a:gridCol w="3968772">
                  <a:extLst>
                    <a:ext uri="{9D8B030D-6E8A-4147-A177-3AD203B41FA5}">
                      <a16:colId xmlns:a16="http://schemas.microsoft.com/office/drawing/2014/main" val="2038141888"/>
                    </a:ext>
                  </a:extLst>
                </a:gridCol>
                <a:gridCol w="2026920">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r>
                        <a:rPr lang="en-US" dirty="0"/>
                        <a:t>cloud type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throughput</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images</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per</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minute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1.76997238624327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1.69051662292464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4.48%</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1.77413555660911</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1.68790460978989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4.86%</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1.77429268607655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1.68847058281644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4.84%</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843060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DB80BFE-289F-ADE3-54D2-93B8F7E142B9}"/>
              </a:ext>
            </a:extLst>
          </p:cNvPr>
          <p:cNvGraphicFramePr>
            <a:graphicFrameLocks noGrp="1"/>
          </p:cNvGraphicFramePr>
          <p:nvPr>
            <p:ph idx="1"/>
            <p:extLst>
              <p:ext uri="{D42A27DB-BD31-4B8C-83A1-F6EECF244321}">
                <p14:modId xmlns:p14="http://schemas.microsoft.com/office/powerpoint/2010/main" val="88779050"/>
              </p:ext>
            </p:extLst>
          </p:nvPr>
        </p:nvGraphicFramePr>
        <p:xfrm>
          <a:off x="643467" y="715629"/>
          <a:ext cx="10905068" cy="5426746"/>
        </p:xfrm>
        <a:graphic>
          <a:graphicData uri="http://schemas.openxmlformats.org/drawingml/2006/table">
            <a:tbl>
              <a:tblPr>
                <a:solidFill>
                  <a:schemeClr val="bg1"/>
                </a:solidFill>
              </a:tblPr>
              <a:tblGrid>
                <a:gridCol w="2700969">
                  <a:extLst>
                    <a:ext uri="{9D8B030D-6E8A-4147-A177-3AD203B41FA5}">
                      <a16:colId xmlns:a16="http://schemas.microsoft.com/office/drawing/2014/main" val="1890354758"/>
                    </a:ext>
                  </a:extLst>
                </a:gridCol>
                <a:gridCol w="2700969">
                  <a:extLst>
                    <a:ext uri="{9D8B030D-6E8A-4147-A177-3AD203B41FA5}">
                      <a16:colId xmlns:a16="http://schemas.microsoft.com/office/drawing/2014/main" val="29958505"/>
                    </a:ext>
                  </a:extLst>
                </a:gridCol>
                <a:gridCol w="2700969">
                  <a:extLst>
                    <a:ext uri="{9D8B030D-6E8A-4147-A177-3AD203B41FA5}">
                      <a16:colId xmlns:a16="http://schemas.microsoft.com/office/drawing/2014/main" val="2983349330"/>
                    </a:ext>
                  </a:extLst>
                </a:gridCol>
                <a:gridCol w="2802161">
                  <a:extLst>
                    <a:ext uri="{9D8B030D-6E8A-4147-A177-3AD203B41FA5}">
                      <a16:colId xmlns:a16="http://schemas.microsoft.com/office/drawing/2014/main" val="3504488511"/>
                    </a:ext>
                  </a:extLst>
                </a:gridCol>
              </a:tblGrid>
              <a:tr h="402191">
                <a:tc>
                  <a:txBody>
                    <a:bodyPr/>
                    <a:lstStyle/>
                    <a:p>
                      <a:pPr>
                        <a:buNone/>
                      </a:pPr>
                      <a:r>
                        <a:rPr lang="en-GB" sz="1300" cap="none" spc="0">
                          <a:solidFill>
                            <a:schemeClr val="tx1"/>
                          </a:solidFill>
                        </a:rPr>
                        <a:t>Item</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no-TDX</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TDX</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Conclusion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160067734"/>
                  </a:ext>
                </a:extLst>
              </a:tr>
              <a:tr h="402191">
                <a:tc>
                  <a:txBody>
                    <a:bodyPr/>
                    <a:lstStyle/>
                    <a:p>
                      <a:pPr>
                        <a:buNone/>
                      </a:pPr>
                      <a:r>
                        <a:rPr lang="en-GB" sz="1300" cap="none" spc="0">
                          <a:solidFill>
                            <a:schemeClr val="tx1"/>
                          </a:solidFill>
                        </a:rPr>
                        <a:t>OS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07859651"/>
                  </a:ext>
                </a:extLst>
              </a:tr>
              <a:tr h="402191">
                <a:tc>
                  <a:txBody>
                    <a:bodyPr/>
                    <a:lstStyle/>
                    <a:p>
                      <a:pPr>
                        <a:buNone/>
                      </a:pPr>
                      <a:r>
                        <a:rPr lang="en-GB" sz="1300" cap="none" spc="0">
                          <a:solidFill>
                            <a:schemeClr val="tx1"/>
                          </a:solidFill>
                        </a:rPr>
                        <a:t>Kernel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243143090"/>
                  </a:ext>
                </a:extLst>
              </a:tr>
              <a:tr h="402191">
                <a:tc>
                  <a:txBody>
                    <a:bodyPr/>
                    <a:lstStyle/>
                    <a:p>
                      <a:pPr>
                        <a:buNone/>
                      </a:pPr>
                      <a:r>
                        <a:rPr lang="en-GB" sz="1300" cap="none" spc="0">
                          <a:solidFill>
                            <a:schemeClr val="tx1"/>
                          </a:solidFill>
                        </a:rPr>
                        <a:t>Architecture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742090167"/>
                  </a:ext>
                </a:extLst>
              </a:tr>
              <a:tr h="402191">
                <a:tc>
                  <a:txBody>
                    <a:bodyPr/>
                    <a:lstStyle/>
                    <a:p>
                      <a:pPr>
                        <a:buNone/>
                      </a:pPr>
                      <a:r>
                        <a:rPr lang="en-GB" sz="1300" cap="none" spc="0" dirty="0">
                          <a:solidFill>
                            <a:schemeClr val="tx1"/>
                          </a:solidFill>
                        </a:rPr>
                        <a:t>vCPU count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095937979"/>
                  </a:ext>
                </a:extLst>
              </a:tr>
              <a:tr h="402191">
                <a:tc>
                  <a:txBody>
                    <a:bodyPr/>
                    <a:lstStyle/>
                    <a:p>
                      <a:pPr>
                        <a:buNone/>
                      </a:pPr>
                      <a:r>
                        <a:rPr lang="en-GB" sz="1300" cap="none" spc="0" dirty="0">
                          <a:solidFill>
                            <a:schemeClr val="tx1"/>
                          </a:solidFill>
                        </a:rPr>
                        <a:t>CPU family/model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CPU generation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866309192"/>
                  </a:ext>
                </a:extLst>
              </a:tr>
              <a:tr h="600454">
                <a:tc>
                  <a:txBody>
                    <a:bodyPr/>
                    <a:lstStyle/>
                    <a:p>
                      <a:pPr>
                        <a:buNone/>
                      </a:pPr>
                      <a:r>
                        <a:rPr lang="en-GB" sz="1300" cap="none" spc="0" dirty="0">
                          <a:solidFill>
                            <a:schemeClr val="tx1"/>
                          </a:solidFill>
                        </a:rPr>
                        <a:t>Topology</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dirty="0">
                          <a:solidFill>
                            <a:schemeClr val="tx1"/>
                          </a:solidFill>
                        </a:rPr>
                        <a:t>1 socket, 2 cores/socket, 2 threads/core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84481475"/>
                  </a:ext>
                </a:extLst>
              </a:tr>
              <a:tr h="402191">
                <a:tc>
                  <a:txBody>
                    <a:bodyPr/>
                    <a:lstStyle/>
                    <a:p>
                      <a:pPr>
                        <a:buNone/>
                      </a:pPr>
                      <a:r>
                        <a:rPr lang="en-GB" sz="1300" cap="none" spc="0">
                          <a:solidFill>
                            <a:schemeClr val="tx1"/>
                          </a:solidFill>
                        </a:rPr>
                        <a:t>Hypervisor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cloud virtualization layer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587993015"/>
                  </a:ext>
                </a:extLst>
              </a:tr>
              <a:tr h="402191">
                <a:tc>
                  <a:txBody>
                    <a:bodyPr/>
                    <a:lstStyle/>
                    <a:p>
                      <a:pPr>
                        <a:buNone/>
                      </a:pPr>
                      <a:r>
                        <a:rPr lang="en-GB" sz="1300" cap="none" spc="0">
                          <a:solidFill>
                            <a:schemeClr val="tx1"/>
                          </a:solidFill>
                        </a:rPr>
                        <a:t>Python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518826726"/>
                  </a:ext>
                </a:extLst>
              </a:tr>
              <a:tr h="402191">
                <a:tc>
                  <a:txBody>
                    <a:bodyPr/>
                    <a:lstStyle/>
                    <a:p>
                      <a:pPr>
                        <a:buNone/>
                      </a:pPr>
                      <a:r>
                        <a:rPr lang="en-GB" sz="1300" cap="none" spc="0">
                          <a:solidFill>
                            <a:schemeClr val="tx1"/>
                          </a:solidFill>
                        </a:rPr>
                        <a:t>pip version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787782381"/>
                  </a:ext>
                </a:extLst>
              </a:tr>
              <a:tr h="402191">
                <a:tc>
                  <a:txBody>
                    <a:bodyPr/>
                    <a:lstStyle/>
                    <a:p>
                      <a:pPr>
                        <a:buNone/>
                      </a:pPr>
                      <a:r>
                        <a:rPr lang="en-GB" sz="1300" cap="none" spc="0">
                          <a:solidFill>
                            <a:schemeClr val="tx1"/>
                          </a:solidFill>
                        </a:rPr>
                        <a:t>pip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Exact same package list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041163946"/>
                  </a:ext>
                </a:extLst>
              </a:tr>
              <a:tr h="402191">
                <a:tc>
                  <a:txBody>
                    <a:bodyPr/>
                    <a:lstStyle/>
                    <a:p>
                      <a:pPr>
                        <a:buNone/>
                      </a:pPr>
                      <a:r>
                        <a:rPr lang="en-GB" sz="1300" cap="none" spc="0">
                          <a:solidFill>
                            <a:schemeClr val="tx1"/>
                          </a:solidFill>
                        </a:rPr>
                        <a:t>OpenSSL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186028640"/>
                  </a:ext>
                </a:extLst>
              </a:tr>
              <a:tr h="402191">
                <a:tc>
                  <a:txBody>
                    <a:bodyPr/>
                    <a:lstStyle/>
                    <a:p>
                      <a:pPr>
                        <a:buNone/>
                      </a:pPr>
                      <a:r>
                        <a:rPr lang="en-GB" sz="1300" cap="none" spc="0">
                          <a:solidFill>
                            <a:schemeClr val="tx1"/>
                          </a:solidFill>
                        </a:rPr>
                        <a:t>GCC</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dirty="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2335499150"/>
                  </a:ext>
                </a:extLst>
              </a:tr>
            </a:tbl>
          </a:graphicData>
        </a:graphic>
      </p:graphicFrame>
    </p:spTree>
    <p:extLst>
      <p:ext uri="{BB962C8B-B14F-4D97-AF65-F5344CB8AC3E}">
        <p14:creationId xmlns:p14="http://schemas.microsoft.com/office/powerpoint/2010/main" val="3182603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310519-7DB3-8B15-FDE6-83961ADC575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dirty="0">
                <a:solidFill>
                  <a:schemeClr val="tx1"/>
                </a:solidFill>
                <a:latin typeface="+mj-lt"/>
                <a:ea typeface="+mj-ea"/>
                <a:cs typeface="+mj-cs"/>
              </a:rPr>
              <a:t>Benchmark </a:t>
            </a:r>
            <a:r>
              <a:rPr lang="en-US" sz="6100" kern="1200" dirty="0" err="1">
                <a:solidFill>
                  <a:schemeClr val="tx1"/>
                </a:solidFill>
                <a:latin typeface="+mj-lt"/>
                <a:ea typeface="+mj-ea"/>
                <a:cs typeface="+mj-cs"/>
              </a:rPr>
              <a:t>syscall</a:t>
            </a:r>
            <a:r>
              <a:rPr lang="en-US" sz="6100" kern="1200" dirty="0">
                <a:solidFill>
                  <a:schemeClr val="tx1"/>
                </a:solidFill>
                <a:latin typeface="+mj-lt"/>
                <a:ea typeface="+mj-ea"/>
                <a:cs typeface="+mj-cs"/>
              </a:rPr>
              <a:t> comparison</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E0EF4C3C-51A6-7822-E573-4247207C59FD}"/>
              </a:ext>
            </a:extLst>
          </p:cNvPr>
          <p:cNvGraphicFramePr>
            <a:graphicFrameLocks noGrp="1"/>
          </p:cNvGraphicFramePr>
          <p:nvPr>
            <p:ph idx="1"/>
            <p:extLst>
              <p:ext uri="{D42A27DB-BD31-4B8C-83A1-F6EECF244321}">
                <p14:modId xmlns:p14="http://schemas.microsoft.com/office/powerpoint/2010/main" val="3219507110"/>
              </p:ext>
            </p:extLst>
          </p:nvPr>
        </p:nvGraphicFramePr>
        <p:xfrm>
          <a:off x="480719" y="2633472"/>
          <a:ext cx="11227515" cy="3586355"/>
        </p:xfrm>
        <a:graphic>
          <a:graphicData uri="http://schemas.openxmlformats.org/drawingml/2006/table">
            <a:tbl>
              <a:tblPr>
                <a:tableStyleId>{9D7B26C5-4107-4FEC-AEDC-1716B250A1EF}</a:tableStyleId>
              </a:tblPr>
              <a:tblGrid>
                <a:gridCol w="3083134">
                  <a:extLst>
                    <a:ext uri="{9D8B030D-6E8A-4147-A177-3AD203B41FA5}">
                      <a16:colId xmlns:a16="http://schemas.microsoft.com/office/drawing/2014/main" val="519202029"/>
                    </a:ext>
                  </a:extLst>
                </a:gridCol>
                <a:gridCol w="2657102">
                  <a:extLst>
                    <a:ext uri="{9D8B030D-6E8A-4147-A177-3AD203B41FA5}">
                      <a16:colId xmlns:a16="http://schemas.microsoft.com/office/drawing/2014/main" val="1851494399"/>
                    </a:ext>
                  </a:extLst>
                </a:gridCol>
                <a:gridCol w="2657102">
                  <a:extLst>
                    <a:ext uri="{9D8B030D-6E8A-4147-A177-3AD203B41FA5}">
                      <a16:colId xmlns:a16="http://schemas.microsoft.com/office/drawing/2014/main" val="2490220524"/>
                    </a:ext>
                  </a:extLst>
                </a:gridCol>
                <a:gridCol w="2830177">
                  <a:extLst>
                    <a:ext uri="{9D8B030D-6E8A-4147-A177-3AD203B41FA5}">
                      <a16:colId xmlns:a16="http://schemas.microsoft.com/office/drawing/2014/main" val="2404871289"/>
                    </a:ext>
                  </a:extLst>
                </a:gridCol>
              </a:tblGrid>
              <a:tr h="717271">
                <a:tc>
                  <a:txBody>
                    <a:bodyPr/>
                    <a:lstStyle/>
                    <a:p>
                      <a:pPr>
                        <a:buNone/>
                      </a:pPr>
                      <a:r>
                        <a:rPr lang="en-GB" sz="2600" cap="none" spc="0">
                          <a:solidFill>
                            <a:schemeClr val="tx1"/>
                          </a:solidFill>
                        </a:rPr>
                        <a:t>syscall benchmark</a:t>
                      </a:r>
                    </a:p>
                  </a:txBody>
                  <a:tcPr marL="134200" marR="95857" marT="95857" marB="191714" anchor="ctr"/>
                </a:tc>
                <a:tc>
                  <a:txBody>
                    <a:bodyPr/>
                    <a:lstStyle/>
                    <a:p>
                      <a:pPr>
                        <a:buNone/>
                      </a:pPr>
                      <a:r>
                        <a:rPr lang="en-GB" sz="2600" cap="none" spc="0">
                          <a:solidFill>
                            <a:schemeClr val="tx1"/>
                          </a:solidFill>
                        </a:rPr>
                        <a:t>no-TDX</a:t>
                      </a:r>
                    </a:p>
                  </a:txBody>
                  <a:tcPr marL="134200" marR="95857" marT="95857" marB="191714" anchor="ctr"/>
                </a:tc>
                <a:tc>
                  <a:txBody>
                    <a:bodyPr/>
                    <a:lstStyle/>
                    <a:p>
                      <a:pPr>
                        <a:buNone/>
                      </a:pPr>
                      <a:r>
                        <a:rPr lang="en-GB" sz="2600" cap="none" spc="0">
                          <a:solidFill>
                            <a:schemeClr val="tx1"/>
                          </a:solidFill>
                        </a:rPr>
                        <a:t>TDX</a:t>
                      </a:r>
                    </a:p>
                  </a:txBody>
                  <a:tcPr marL="134200" marR="95857" marT="95857" marB="191714" anchor="ctr"/>
                </a:tc>
                <a:tc>
                  <a:txBody>
                    <a:bodyPr/>
                    <a:lstStyle/>
                    <a:p>
                      <a:pPr>
                        <a:buNone/>
                      </a:pPr>
                      <a:r>
                        <a:rPr lang="en-GB" sz="2600" cap="none" spc="0" dirty="0">
                          <a:solidFill>
                            <a:schemeClr val="tx1"/>
                          </a:solidFill>
                        </a:rPr>
                        <a:t>TDX overhead</a:t>
                      </a:r>
                    </a:p>
                  </a:txBody>
                  <a:tcPr marL="134200" marR="95857" marT="95857" marB="191714" anchor="ctr"/>
                </a:tc>
                <a:extLst>
                  <a:ext uri="{0D108BD9-81ED-4DB2-BD59-A6C34878D82A}">
                    <a16:rowId xmlns:a16="http://schemas.microsoft.com/office/drawing/2014/main" val="1409735662"/>
                  </a:ext>
                </a:extLst>
              </a:tr>
              <a:tr h="717271">
                <a:tc>
                  <a:txBody>
                    <a:bodyPr/>
                    <a:lstStyle/>
                    <a:p>
                      <a:pPr>
                        <a:buNone/>
                      </a:pPr>
                      <a:r>
                        <a:rPr lang="en-GB" sz="2600" cap="none" spc="0">
                          <a:solidFill>
                            <a:schemeClr val="tx1"/>
                          </a:solidFill>
                        </a:rPr>
                        <a:t>getppid()</a:t>
                      </a:r>
                    </a:p>
                  </a:txBody>
                  <a:tcPr marL="134200" marR="95857" marT="95857" marB="191714" anchor="ctr"/>
                </a:tc>
                <a:tc>
                  <a:txBody>
                    <a:bodyPr/>
                    <a:lstStyle/>
                    <a:p>
                      <a:pPr>
                        <a:buNone/>
                      </a:pPr>
                      <a:r>
                        <a:rPr lang="en-GB" sz="2600" cap="none" spc="0">
                          <a:solidFill>
                            <a:schemeClr val="tx1"/>
                          </a:solidFill>
                        </a:rPr>
                        <a:t>0.108074 us/op</a:t>
                      </a:r>
                    </a:p>
                  </a:txBody>
                  <a:tcPr marL="134200" marR="95857" marT="95857" marB="191714" anchor="ctr"/>
                </a:tc>
                <a:tc>
                  <a:txBody>
                    <a:bodyPr/>
                    <a:lstStyle/>
                    <a:p>
                      <a:pPr>
                        <a:buNone/>
                      </a:pPr>
                      <a:r>
                        <a:rPr lang="en-GB" sz="2600" cap="none" spc="0">
                          <a:solidFill>
                            <a:schemeClr val="tx1"/>
                          </a:solidFill>
                        </a:rPr>
                        <a:t>0.111182 us/op</a:t>
                      </a:r>
                    </a:p>
                  </a:txBody>
                  <a:tcPr marL="134200" marR="95857" marT="95857" marB="191714" anchor="ctr"/>
                </a:tc>
                <a:tc>
                  <a:txBody>
                    <a:bodyPr/>
                    <a:lstStyle/>
                    <a:p>
                      <a:pPr>
                        <a:buNone/>
                      </a:pPr>
                      <a:r>
                        <a:rPr lang="en-GB" sz="2600" b="1" cap="none" spc="0" dirty="0">
                          <a:solidFill>
                            <a:schemeClr val="tx1"/>
                          </a:solidFill>
                        </a:rPr>
                        <a:t>+2.88%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333790937"/>
                  </a:ext>
                </a:extLst>
              </a:tr>
              <a:tr h="717271">
                <a:tc>
                  <a:txBody>
                    <a:bodyPr/>
                    <a:lstStyle/>
                    <a:p>
                      <a:pPr>
                        <a:buNone/>
                      </a:pPr>
                      <a:r>
                        <a:rPr lang="en-GB" sz="2600" cap="none" spc="0">
                          <a:solidFill>
                            <a:schemeClr val="tx1"/>
                          </a:solidFill>
                        </a:rPr>
                        <a:t>getpgid()</a:t>
                      </a:r>
                    </a:p>
                  </a:txBody>
                  <a:tcPr marL="134200" marR="95857" marT="95857" marB="191714" anchor="ctr"/>
                </a:tc>
                <a:tc>
                  <a:txBody>
                    <a:bodyPr/>
                    <a:lstStyle/>
                    <a:p>
                      <a:pPr>
                        <a:buNone/>
                      </a:pPr>
                      <a:r>
                        <a:rPr lang="en-GB" sz="2600" cap="none" spc="0">
                          <a:solidFill>
                            <a:schemeClr val="tx1"/>
                          </a:solidFill>
                        </a:rPr>
                        <a:t>0.108646 us/op</a:t>
                      </a:r>
                    </a:p>
                  </a:txBody>
                  <a:tcPr marL="134200" marR="95857" marT="95857" marB="191714" anchor="ctr"/>
                </a:tc>
                <a:tc>
                  <a:txBody>
                    <a:bodyPr/>
                    <a:lstStyle/>
                    <a:p>
                      <a:pPr>
                        <a:buNone/>
                      </a:pPr>
                      <a:r>
                        <a:rPr lang="en-GB" sz="2600" cap="none" spc="0">
                          <a:solidFill>
                            <a:schemeClr val="tx1"/>
                          </a:solidFill>
                        </a:rPr>
                        <a:t>0.110998 us/op</a:t>
                      </a:r>
                    </a:p>
                  </a:txBody>
                  <a:tcPr marL="134200" marR="95857" marT="95857" marB="191714" anchor="ctr"/>
                </a:tc>
                <a:tc>
                  <a:txBody>
                    <a:bodyPr/>
                    <a:lstStyle/>
                    <a:p>
                      <a:pPr>
                        <a:buNone/>
                      </a:pPr>
                      <a:r>
                        <a:rPr lang="en-GB" sz="2600" b="1" cap="none" spc="0" dirty="0">
                          <a:solidFill>
                            <a:schemeClr val="tx1"/>
                          </a:solidFill>
                        </a:rPr>
                        <a:t>+2.17%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164792447"/>
                  </a:ext>
                </a:extLst>
              </a:tr>
              <a:tr h="717271">
                <a:tc>
                  <a:txBody>
                    <a:bodyPr/>
                    <a:lstStyle/>
                    <a:p>
                      <a:pPr>
                        <a:buNone/>
                      </a:pPr>
                      <a:r>
                        <a:rPr lang="en-GB" sz="2600" cap="none" spc="0">
                          <a:solidFill>
                            <a:schemeClr val="tx1"/>
                          </a:solidFill>
                        </a:rPr>
                        <a:t>fork()</a:t>
                      </a:r>
                    </a:p>
                  </a:txBody>
                  <a:tcPr marL="134200" marR="95857" marT="95857" marB="191714" anchor="ctr"/>
                </a:tc>
                <a:tc>
                  <a:txBody>
                    <a:bodyPr/>
                    <a:lstStyle/>
                    <a:p>
                      <a:pPr>
                        <a:buNone/>
                      </a:pPr>
                      <a:r>
                        <a:rPr lang="en-GB" sz="2600" cap="none" spc="0">
                          <a:solidFill>
                            <a:schemeClr val="tx1"/>
                          </a:solidFill>
                        </a:rPr>
                        <a:t>2024.88 us/op</a:t>
                      </a:r>
                    </a:p>
                  </a:txBody>
                  <a:tcPr marL="134200" marR="95857" marT="95857" marB="191714" anchor="ctr"/>
                </a:tc>
                <a:tc>
                  <a:txBody>
                    <a:bodyPr/>
                    <a:lstStyle/>
                    <a:p>
                      <a:pPr>
                        <a:buNone/>
                      </a:pPr>
                      <a:r>
                        <a:rPr lang="en-GB" sz="2600" cap="none" spc="0" dirty="0">
                          <a:solidFill>
                            <a:schemeClr val="tx1"/>
                          </a:solidFill>
                        </a:rPr>
                        <a:t>2256.69 us/op</a:t>
                      </a:r>
                    </a:p>
                  </a:txBody>
                  <a:tcPr marL="134200" marR="95857" marT="95857" marB="191714" anchor="ctr"/>
                </a:tc>
                <a:tc>
                  <a:txBody>
                    <a:bodyPr/>
                    <a:lstStyle/>
                    <a:p>
                      <a:pPr>
                        <a:buNone/>
                      </a:pPr>
                      <a:r>
                        <a:rPr lang="en-GB" sz="2600" b="1" cap="none" spc="0" dirty="0">
                          <a:solidFill>
                            <a:schemeClr val="tx1"/>
                          </a:solidFill>
                        </a:rPr>
                        <a:t>+11.45%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58912632"/>
                  </a:ext>
                </a:extLst>
              </a:tr>
              <a:tr h="717271">
                <a:tc>
                  <a:txBody>
                    <a:bodyPr/>
                    <a:lstStyle/>
                    <a:p>
                      <a:pPr>
                        <a:buNone/>
                      </a:pPr>
                      <a:r>
                        <a:rPr lang="en-GB" sz="2600" cap="none" spc="0">
                          <a:solidFill>
                            <a:schemeClr val="tx1"/>
                          </a:solidFill>
                        </a:rPr>
                        <a:t>execve()</a:t>
                      </a:r>
                    </a:p>
                  </a:txBody>
                  <a:tcPr marL="134200" marR="95857" marT="95857" marB="191714" anchor="ctr"/>
                </a:tc>
                <a:tc>
                  <a:txBody>
                    <a:bodyPr/>
                    <a:lstStyle/>
                    <a:p>
                      <a:pPr>
                        <a:buNone/>
                      </a:pPr>
                      <a:r>
                        <a:rPr lang="en-GB" sz="2600" cap="none" spc="0">
                          <a:solidFill>
                            <a:schemeClr val="tx1"/>
                          </a:solidFill>
                        </a:rPr>
                        <a:t>860.26 us/op</a:t>
                      </a:r>
                    </a:p>
                  </a:txBody>
                  <a:tcPr marL="134200" marR="95857" marT="95857" marB="191714" anchor="ctr"/>
                </a:tc>
                <a:tc>
                  <a:txBody>
                    <a:bodyPr/>
                    <a:lstStyle/>
                    <a:p>
                      <a:pPr>
                        <a:buNone/>
                      </a:pPr>
                      <a:r>
                        <a:rPr lang="en-GB" sz="2600" cap="none" spc="0">
                          <a:solidFill>
                            <a:schemeClr val="tx1"/>
                          </a:solidFill>
                        </a:rPr>
                        <a:t>956.19 us/op</a:t>
                      </a:r>
                    </a:p>
                  </a:txBody>
                  <a:tcPr marL="134200" marR="95857" marT="95857" marB="191714" anchor="ctr"/>
                </a:tc>
                <a:tc>
                  <a:txBody>
                    <a:bodyPr/>
                    <a:lstStyle/>
                    <a:p>
                      <a:pPr>
                        <a:buNone/>
                      </a:pPr>
                      <a:r>
                        <a:rPr lang="en-GB" sz="2600" b="1" cap="none" spc="0" dirty="0">
                          <a:solidFill>
                            <a:schemeClr val="tx1"/>
                          </a:solidFill>
                        </a:rPr>
                        <a:t>+11.15%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807797679"/>
                  </a:ext>
                </a:extLst>
              </a:tr>
            </a:tbl>
          </a:graphicData>
        </a:graphic>
      </p:graphicFrame>
    </p:spTree>
    <p:extLst>
      <p:ext uri="{BB962C8B-B14F-4D97-AF65-F5344CB8AC3E}">
        <p14:creationId xmlns:p14="http://schemas.microsoft.com/office/powerpoint/2010/main" val="3029205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97CE99-2782-252B-1086-278D83E2CC1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Benchmark sched </a:t>
            </a:r>
            <a:r>
              <a:rPr lang="en-US" sz="6600" dirty="0"/>
              <a:t>comparison</a:t>
            </a:r>
            <a:endParaRPr lang="en-US" sz="6600" kern="1200" dirty="0">
              <a:solidFill>
                <a:schemeClr val="tx1"/>
              </a:solidFill>
              <a:latin typeface="+mj-lt"/>
              <a:ea typeface="+mj-ea"/>
              <a:cs typeface="+mj-cs"/>
            </a:endParaRP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4D855A2E-63D8-8C9A-A2DB-6D57E155C7D2}"/>
              </a:ext>
            </a:extLst>
          </p:cNvPr>
          <p:cNvGraphicFramePr>
            <a:graphicFrameLocks noGrp="1"/>
          </p:cNvGraphicFramePr>
          <p:nvPr>
            <p:ph idx="1"/>
            <p:extLst>
              <p:ext uri="{D42A27DB-BD31-4B8C-83A1-F6EECF244321}">
                <p14:modId xmlns:p14="http://schemas.microsoft.com/office/powerpoint/2010/main" val="2683789606"/>
              </p:ext>
            </p:extLst>
          </p:nvPr>
        </p:nvGraphicFramePr>
        <p:xfrm>
          <a:off x="724286" y="2633472"/>
          <a:ext cx="10740384" cy="3586358"/>
        </p:xfrm>
        <a:graphic>
          <a:graphicData uri="http://schemas.openxmlformats.org/drawingml/2006/table">
            <a:tbl>
              <a:tblPr>
                <a:tableStyleId>{9D7B26C5-4107-4FEC-AEDC-1716B250A1EF}</a:tableStyleId>
              </a:tblPr>
              <a:tblGrid>
                <a:gridCol w="2685096">
                  <a:extLst>
                    <a:ext uri="{9D8B030D-6E8A-4147-A177-3AD203B41FA5}">
                      <a16:colId xmlns:a16="http://schemas.microsoft.com/office/drawing/2014/main" val="2151126935"/>
                    </a:ext>
                  </a:extLst>
                </a:gridCol>
                <a:gridCol w="2685096">
                  <a:extLst>
                    <a:ext uri="{9D8B030D-6E8A-4147-A177-3AD203B41FA5}">
                      <a16:colId xmlns:a16="http://schemas.microsoft.com/office/drawing/2014/main" val="1541493912"/>
                    </a:ext>
                  </a:extLst>
                </a:gridCol>
                <a:gridCol w="2685096">
                  <a:extLst>
                    <a:ext uri="{9D8B030D-6E8A-4147-A177-3AD203B41FA5}">
                      <a16:colId xmlns:a16="http://schemas.microsoft.com/office/drawing/2014/main" val="3881589559"/>
                    </a:ext>
                  </a:extLst>
                </a:gridCol>
                <a:gridCol w="2685096">
                  <a:extLst>
                    <a:ext uri="{9D8B030D-6E8A-4147-A177-3AD203B41FA5}">
                      <a16:colId xmlns:a16="http://schemas.microsoft.com/office/drawing/2014/main" val="1988492692"/>
                    </a:ext>
                  </a:extLst>
                </a:gridCol>
              </a:tblGrid>
              <a:tr h="410937">
                <a:tc>
                  <a:txBody>
                    <a:bodyPr/>
                    <a:lstStyle/>
                    <a:p>
                      <a:pPr>
                        <a:buNone/>
                      </a:pPr>
                      <a:r>
                        <a:rPr lang="en-GB" sz="1800"/>
                        <a:t>sched benchmark</a:t>
                      </a:r>
                    </a:p>
                  </a:txBody>
                  <a:tcPr marL="93395" marR="93395" marT="46697" marB="46697" anchor="ctr"/>
                </a:tc>
                <a:tc>
                  <a:txBody>
                    <a:bodyPr/>
                    <a:lstStyle/>
                    <a:p>
                      <a:pPr>
                        <a:buNone/>
                      </a:pPr>
                      <a:r>
                        <a:rPr lang="en-GB" sz="1800"/>
                        <a:t>no-TDX</a:t>
                      </a:r>
                    </a:p>
                  </a:txBody>
                  <a:tcPr marL="93395" marR="93395" marT="46697" marB="46697" anchor="ctr"/>
                </a:tc>
                <a:tc>
                  <a:txBody>
                    <a:bodyPr/>
                    <a:lstStyle/>
                    <a:p>
                      <a:pPr>
                        <a:buNone/>
                      </a:pPr>
                      <a:r>
                        <a:rPr lang="en-GB" sz="1800"/>
                        <a:t>TDX</a:t>
                      </a:r>
                    </a:p>
                  </a:txBody>
                  <a:tcPr marL="93395" marR="93395" marT="46697" marB="46697" anchor="ctr"/>
                </a:tc>
                <a:tc>
                  <a:txBody>
                    <a:bodyPr/>
                    <a:lstStyle/>
                    <a:p>
                      <a:pPr>
                        <a:buNone/>
                      </a:pPr>
                      <a:r>
                        <a:rPr lang="en-GB" sz="1800"/>
                        <a:t>TDX overhead</a:t>
                      </a:r>
                    </a:p>
                  </a:txBody>
                  <a:tcPr marL="93395" marR="93395" marT="46697" marB="46697" anchor="ctr"/>
                </a:tc>
                <a:extLst>
                  <a:ext uri="{0D108BD9-81ED-4DB2-BD59-A6C34878D82A}">
                    <a16:rowId xmlns:a16="http://schemas.microsoft.com/office/drawing/2014/main" val="2009869925"/>
                  </a:ext>
                </a:extLst>
              </a:tr>
              <a:tr h="691121">
                <a:tc>
                  <a:txBody>
                    <a:bodyPr/>
                    <a:lstStyle/>
                    <a:p>
                      <a:pPr>
                        <a:buNone/>
                      </a:pPr>
                      <a:r>
                        <a:rPr lang="en-GB" sz="1800"/>
                        <a:t>sched/messaging total time</a:t>
                      </a:r>
                    </a:p>
                  </a:txBody>
                  <a:tcPr marL="93395" marR="93395" marT="46697" marB="46697" anchor="ctr"/>
                </a:tc>
                <a:tc>
                  <a:txBody>
                    <a:bodyPr/>
                    <a:lstStyle/>
                    <a:p>
                      <a:pPr>
                        <a:buNone/>
                      </a:pPr>
                      <a:r>
                        <a:rPr lang="en-GB" sz="1800"/>
                        <a:t>0.485 s</a:t>
                      </a:r>
                    </a:p>
                  </a:txBody>
                  <a:tcPr marL="93395" marR="93395" marT="46697" marB="46697" anchor="ctr"/>
                </a:tc>
                <a:tc>
                  <a:txBody>
                    <a:bodyPr/>
                    <a:lstStyle/>
                    <a:p>
                      <a:pPr>
                        <a:buNone/>
                      </a:pPr>
                      <a:r>
                        <a:rPr lang="en-GB" sz="1800"/>
                        <a:t>0.521 s</a:t>
                      </a:r>
                    </a:p>
                  </a:txBody>
                  <a:tcPr marL="93395" marR="93395" marT="46697" marB="46697" anchor="ctr"/>
                </a:tc>
                <a:tc>
                  <a:txBody>
                    <a:bodyPr/>
                    <a:lstStyle/>
                    <a:p>
                      <a:pPr>
                        <a:buNone/>
                      </a:pPr>
                      <a:r>
                        <a:rPr lang="en-GB" sz="1800" b="1"/>
                        <a:t>+7.42% slower</a:t>
                      </a:r>
                      <a:endParaRPr lang="en-GB" sz="1800"/>
                    </a:p>
                  </a:txBody>
                  <a:tcPr marL="93395" marR="93395" marT="46697" marB="46697" anchor="ctr"/>
                </a:tc>
                <a:extLst>
                  <a:ext uri="{0D108BD9-81ED-4DB2-BD59-A6C34878D82A}">
                    <a16:rowId xmlns:a16="http://schemas.microsoft.com/office/drawing/2014/main" val="4007679574"/>
                  </a:ext>
                </a:extLst>
              </a:tr>
              <a:tr h="410937">
                <a:tc>
                  <a:txBody>
                    <a:bodyPr/>
                    <a:lstStyle/>
                    <a:p>
                      <a:pPr>
                        <a:buNone/>
                      </a:pPr>
                      <a:r>
                        <a:rPr lang="en-GB" sz="1800"/>
                        <a:t>sched/pipe time/op</a:t>
                      </a:r>
                    </a:p>
                  </a:txBody>
                  <a:tcPr marL="93395" marR="93395" marT="46697" marB="46697" anchor="ctr"/>
                </a:tc>
                <a:tc>
                  <a:txBody>
                    <a:bodyPr/>
                    <a:lstStyle/>
                    <a:p>
                      <a:pPr>
                        <a:buNone/>
                      </a:pPr>
                      <a:r>
                        <a:rPr lang="en-GB" sz="1800"/>
                        <a:t>3.005 us/op</a:t>
                      </a:r>
                    </a:p>
                  </a:txBody>
                  <a:tcPr marL="93395" marR="93395" marT="46697" marB="46697" anchor="ctr"/>
                </a:tc>
                <a:tc>
                  <a:txBody>
                    <a:bodyPr/>
                    <a:lstStyle/>
                    <a:p>
                      <a:pPr>
                        <a:buNone/>
                      </a:pPr>
                      <a:r>
                        <a:rPr lang="en-GB" sz="1800"/>
                        <a:t>4.285 us/op</a:t>
                      </a:r>
                    </a:p>
                  </a:txBody>
                  <a:tcPr marL="93395" marR="93395" marT="46697" marB="46697" anchor="ctr"/>
                </a:tc>
                <a:tc>
                  <a:txBody>
                    <a:bodyPr/>
                    <a:lstStyle/>
                    <a:p>
                      <a:pPr>
                        <a:buNone/>
                      </a:pPr>
                      <a:r>
                        <a:rPr lang="en-GB" sz="1800" b="1"/>
                        <a:t>+42.57% slower</a:t>
                      </a:r>
                      <a:endParaRPr lang="en-GB" sz="1800"/>
                    </a:p>
                  </a:txBody>
                  <a:tcPr marL="93395" marR="93395" marT="46697" marB="46697" anchor="ctr"/>
                </a:tc>
                <a:extLst>
                  <a:ext uri="{0D108BD9-81ED-4DB2-BD59-A6C34878D82A}">
                    <a16:rowId xmlns:a16="http://schemas.microsoft.com/office/drawing/2014/main" val="152347130"/>
                  </a:ext>
                </a:extLst>
              </a:tr>
              <a:tr h="691121">
                <a:tc>
                  <a:txBody>
                    <a:bodyPr/>
                    <a:lstStyle/>
                    <a:p>
                      <a:pPr>
                        <a:buNone/>
                      </a:pPr>
                      <a:r>
                        <a:rPr lang="en-GB" sz="1800"/>
                        <a:t>sched/pipe throughput</a:t>
                      </a:r>
                    </a:p>
                  </a:txBody>
                  <a:tcPr marL="93395" marR="93395" marT="46697" marB="46697" anchor="ctr"/>
                </a:tc>
                <a:tc>
                  <a:txBody>
                    <a:bodyPr/>
                    <a:lstStyle/>
                    <a:p>
                      <a:pPr>
                        <a:buNone/>
                      </a:pPr>
                      <a:r>
                        <a:rPr lang="en-GB" sz="1800"/>
                        <a:t>332,747 ops/sec</a:t>
                      </a:r>
                    </a:p>
                  </a:txBody>
                  <a:tcPr marL="93395" marR="93395" marT="46697" marB="46697" anchor="ctr"/>
                </a:tc>
                <a:tc>
                  <a:txBody>
                    <a:bodyPr/>
                    <a:lstStyle/>
                    <a:p>
                      <a:pPr>
                        <a:buNone/>
                      </a:pPr>
                      <a:r>
                        <a:rPr lang="en-GB" sz="1800"/>
                        <a:t>233,389 ops/sec</a:t>
                      </a:r>
                    </a:p>
                  </a:txBody>
                  <a:tcPr marL="93395" marR="93395" marT="46697" marB="46697" anchor="ctr"/>
                </a:tc>
                <a:tc>
                  <a:txBody>
                    <a:bodyPr/>
                    <a:lstStyle/>
                    <a:p>
                      <a:pPr>
                        <a:buNone/>
                      </a:pPr>
                      <a:r>
                        <a:rPr lang="en-GB" sz="1800" b="1"/>
                        <a:t>-29.86% throughput</a:t>
                      </a:r>
                      <a:endParaRPr lang="en-GB" sz="1800"/>
                    </a:p>
                  </a:txBody>
                  <a:tcPr marL="93395" marR="93395" marT="46697" marB="46697" anchor="ctr"/>
                </a:tc>
                <a:extLst>
                  <a:ext uri="{0D108BD9-81ED-4DB2-BD59-A6C34878D82A}">
                    <a16:rowId xmlns:a16="http://schemas.microsoft.com/office/drawing/2014/main" val="3035957025"/>
                  </a:ext>
                </a:extLst>
              </a:tr>
              <a:tr h="691121">
                <a:tc>
                  <a:txBody>
                    <a:bodyPr/>
                    <a:lstStyle/>
                    <a:p>
                      <a:pPr>
                        <a:buNone/>
                      </a:pPr>
                      <a:r>
                        <a:rPr lang="en-GB" sz="1800"/>
                        <a:t>sched/seccomp-notify time/op</a:t>
                      </a:r>
                    </a:p>
                  </a:txBody>
                  <a:tcPr marL="93395" marR="93395" marT="46697" marB="46697" anchor="ctr"/>
                </a:tc>
                <a:tc>
                  <a:txBody>
                    <a:bodyPr/>
                    <a:lstStyle/>
                    <a:p>
                      <a:pPr>
                        <a:buNone/>
                      </a:pPr>
                      <a:r>
                        <a:rPr lang="en-GB" sz="1800"/>
                        <a:t>10.056 us/op</a:t>
                      </a:r>
                    </a:p>
                  </a:txBody>
                  <a:tcPr marL="93395" marR="93395" marT="46697" marB="46697" anchor="ctr"/>
                </a:tc>
                <a:tc>
                  <a:txBody>
                    <a:bodyPr/>
                    <a:lstStyle/>
                    <a:p>
                      <a:pPr>
                        <a:buNone/>
                      </a:pPr>
                      <a:r>
                        <a:rPr lang="en-GB" sz="1800"/>
                        <a:t>31.990 us/op</a:t>
                      </a:r>
                    </a:p>
                  </a:txBody>
                  <a:tcPr marL="93395" marR="93395" marT="46697" marB="46697" anchor="ctr"/>
                </a:tc>
                <a:tc>
                  <a:txBody>
                    <a:bodyPr/>
                    <a:lstStyle/>
                    <a:p>
                      <a:pPr>
                        <a:buNone/>
                      </a:pPr>
                      <a:r>
                        <a:rPr lang="en-GB" sz="1800" b="1"/>
                        <a:t>+218.11% slower</a:t>
                      </a:r>
                      <a:endParaRPr lang="en-GB" sz="1800"/>
                    </a:p>
                  </a:txBody>
                  <a:tcPr marL="93395" marR="93395" marT="46697" marB="46697" anchor="ctr"/>
                </a:tc>
                <a:extLst>
                  <a:ext uri="{0D108BD9-81ED-4DB2-BD59-A6C34878D82A}">
                    <a16:rowId xmlns:a16="http://schemas.microsoft.com/office/drawing/2014/main" val="3600307753"/>
                  </a:ext>
                </a:extLst>
              </a:tr>
              <a:tr h="691121">
                <a:tc>
                  <a:txBody>
                    <a:bodyPr/>
                    <a:lstStyle/>
                    <a:p>
                      <a:pPr>
                        <a:buNone/>
                      </a:pPr>
                      <a:r>
                        <a:rPr lang="en-GB" sz="1800"/>
                        <a:t>sched/seccomp-notify throughput</a:t>
                      </a:r>
                    </a:p>
                  </a:txBody>
                  <a:tcPr marL="93395" marR="93395" marT="46697" marB="46697" anchor="ctr"/>
                </a:tc>
                <a:tc>
                  <a:txBody>
                    <a:bodyPr/>
                    <a:lstStyle/>
                    <a:p>
                      <a:pPr>
                        <a:buNone/>
                      </a:pPr>
                      <a:r>
                        <a:rPr lang="en-GB" sz="1800"/>
                        <a:t>99,441 ops/sec</a:t>
                      </a:r>
                    </a:p>
                  </a:txBody>
                  <a:tcPr marL="93395" marR="93395" marT="46697" marB="46697" anchor="ctr"/>
                </a:tc>
                <a:tc>
                  <a:txBody>
                    <a:bodyPr/>
                    <a:lstStyle/>
                    <a:p>
                      <a:pPr>
                        <a:buNone/>
                      </a:pPr>
                      <a:r>
                        <a:rPr lang="en-GB" sz="1800"/>
                        <a:t>31,259 ops/sec</a:t>
                      </a:r>
                    </a:p>
                  </a:txBody>
                  <a:tcPr marL="93395" marR="93395" marT="46697" marB="46697" anchor="ctr"/>
                </a:tc>
                <a:tc>
                  <a:txBody>
                    <a:bodyPr/>
                    <a:lstStyle/>
                    <a:p>
                      <a:pPr>
                        <a:buNone/>
                      </a:pPr>
                      <a:r>
                        <a:rPr lang="en-GB" sz="1800" b="1"/>
                        <a:t>-68.56% throughput</a:t>
                      </a:r>
                      <a:endParaRPr lang="en-GB" sz="1800"/>
                    </a:p>
                  </a:txBody>
                  <a:tcPr marL="93395" marR="93395" marT="46697" marB="46697" anchor="ctr"/>
                </a:tc>
                <a:extLst>
                  <a:ext uri="{0D108BD9-81ED-4DB2-BD59-A6C34878D82A}">
                    <a16:rowId xmlns:a16="http://schemas.microsoft.com/office/drawing/2014/main" val="1636955321"/>
                  </a:ext>
                </a:extLst>
              </a:tr>
            </a:tbl>
          </a:graphicData>
        </a:graphic>
      </p:graphicFrame>
    </p:spTree>
    <p:extLst>
      <p:ext uri="{BB962C8B-B14F-4D97-AF65-F5344CB8AC3E}">
        <p14:creationId xmlns:p14="http://schemas.microsoft.com/office/powerpoint/2010/main" val="2973739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8BFDA-D843-0DBC-ABF2-72EB79FCAB53}"/>
              </a:ext>
            </a:extLst>
          </p:cNvPr>
          <p:cNvSpPr>
            <a:spLocks noGrp="1"/>
          </p:cNvSpPr>
          <p:nvPr>
            <p:ph type="title"/>
          </p:nvPr>
        </p:nvSpPr>
        <p:spPr>
          <a:xfrm>
            <a:off x="638882" y="0"/>
            <a:ext cx="10909640" cy="1832654"/>
          </a:xfrm>
        </p:spPr>
        <p:txBody>
          <a:bodyPr vert="horz" lIns="91440" tIns="45720" rIns="91440" bIns="45720" rtlCol="0" anchor="b">
            <a:normAutofit/>
          </a:bodyPr>
          <a:lstStyle/>
          <a:p>
            <a:pPr algn="ctr"/>
            <a:r>
              <a:rPr lang="en-US" sz="6100" kern="1200" dirty="0">
                <a:solidFill>
                  <a:schemeClr val="tx1"/>
                </a:solidFill>
                <a:latin typeface="+mj-lt"/>
                <a:ea typeface="+mj-ea"/>
                <a:cs typeface="+mj-cs"/>
              </a:rPr>
              <a:t>Benchmark memory comparison</a:t>
            </a:r>
          </a:p>
        </p:txBody>
      </p:sp>
      <p:sp>
        <p:nvSpPr>
          <p:cNvPr id="24"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AEC26B20-D474-CDC3-2CF4-FC146E61D01C}"/>
              </a:ext>
            </a:extLst>
          </p:cNvPr>
          <p:cNvGraphicFramePr>
            <a:graphicFrameLocks noGrp="1"/>
          </p:cNvGraphicFramePr>
          <p:nvPr>
            <p:ph idx="1"/>
            <p:extLst>
              <p:ext uri="{D42A27DB-BD31-4B8C-83A1-F6EECF244321}">
                <p14:modId xmlns:p14="http://schemas.microsoft.com/office/powerpoint/2010/main" val="3975511825"/>
              </p:ext>
            </p:extLst>
          </p:nvPr>
        </p:nvGraphicFramePr>
        <p:xfrm>
          <a:off x="320040" y="2713274"/>
          <a:ext cx="11548874" cy="3507561"/>
        </p:xfrm>
        <a:graphic>
          <a:graphicData uri="http://schemas.openxmlformats.org/drawingml/2006/table">
            <a:tbl>
              <a:tblPr>
                <a:tableStyleId>{3B4B98B0-60AC-42C2-AFA5-B58CD77FA1E5}</a:tableStyleId>
              </a:tblPr>
              <a:tblGrid>
                <a:gridCol w="4063616">
                  <a:extLst>
                    <a:ext uri="{9D8B030D-6E8A-4147-A177-3AD203B41FA5}">
                      <a16:colId xmlns:a16="http://schemas.microsoft.com/office/drawing/2014/main" val="2319152874"/>
                    </a:ext>
                  </a:extLst>
                </a:gridCol>
                <a:gridCol w="2452289">
                  <a:extLst>
                    <a:ext uri="{9D8B030D-6E8A-4147-A177-3AD203B41FA5}">
                      <a16:colId xmlns:a16="http://schemas.microsoft.com/office/drawing/2014/main" val="1832446709"/>
                    </a:ext>
                  </a:extLst>
                </a:gridCol>
                <a:gridCol w="2452289">
                  <a:extLst>
                    <a:ext uri="{9D8B030D-6E8A-4147-A177-3AD203B41FA5}">
                      <a16:colId xmlns:a16="http://schemas.microsoft.com/office/drawing/2014/main" val="4256218095"/>
                    </a:ext>
                  </a:extLst>
                </a:gridCol>
                <a:gridCol w="2580680">
                  <a:extLst>
                    <a:ext uri="{9D8B030D-6E8A-4147-A177-3AD203B41FA5}">
                      <a16:colId xmlns:a16="http://schemas.microsoft.com/office/drawing/2014/main" val="3828481390"/>
                    </a:ext>
                  </a:extLst>
                </a:gridCol>
              </a:tblGrid>
              <a:tr h="389729">
                <a:tc>
                  <a:txBody>
                    <a:bodyPr/>
                    <a:lstStyle/>
                    <a:p>
                      <a:pPr>
                        <a:buNone/>
                      </a:pPr>
                      <a:r>
                        <a:rPr lang="en-GB" sz="1500"/>
                        <a:t>Benchmark</a:t>
                      </a:r>
                    </a:p>
                  </a:txBody>
                  <a:tcPr marL="76780" marR="76780" marT="38390" marB="38390" anchor="ctr"/>
                </a:tc>
                <a:tc>
                  <a:txBody>
                    <a:bodyPr/>
                    <a:lstStyle/>
                    <a:p>
                      <a:pPr>
                        <a:buNone/>
                      </a:pPr>
                      <a:r>
                        <a:rPr lang="en-GB" sz="1500" dirty="0"/>
                        <a:t>no-TDX</a:t>
                      </a:r>
                    </a:p>
                  </a:txBody>
                  <a:tcPr marL="76780" marR="76780" marT="38390" marB="38390" anchor="ctr"/>
                </a:tc>
                <a:tc>
                  <a:txBody>
                    <a:bodyPr/>
                    <a:lstStyle/>
                    <a:p>
                      <a:pPr>
                        <a:buNone/>
                      </a:pPr>
                      <a:r>
                        <a:rPr lang="en-GB" sz="1500"/>
                        <a:t>TDX</a:t>
                      </a:r>
                    </a:p>
                  </a:txBody>
                  <a:tcPr marL="76780" marR="76780" marT="38390" marB="38390" anchor="ctr"/>
                </a:tc>
                <a:tc>
                  <a:txBody>
                    <a:bodyPr/>
                    <a:lstStyle/>
                    <a:p>
                      <a:pPr>
                        <a:buNone/>
                      </a:pPr>
                      <a:r>
                        <a:rPr lang="en-GB" sz="1500"/>
                        <a:t>TDX change</a:t>
                      </a:r>
                    </a:p>
                  </a:txBody>
                  <a:tcPr marL="76780" marR="76780" marT="38390" marB="38390" anchor="ctr"/>
                </a:tc>
                <a:extLst>
                  <a:ext uri="{0D108BD9-81ED-4DB2-BD59-A6C34878D82A}">
                    <a16:rowId xmlns:a16="http://schemas.microsoft.com/office/drawing/2014/main" val="1824156852"/>
                  </a:ext>
                </a:extLst>
              </a:tr>
              <a:tr h="389729">
                <a:tc>
                  <a:txBody>
                    <a:bodyPr/>
                    <a:lstStyle/>
                    <a:p>
                      <a:pPr>
                        <a:buNone/>
                      </a:pPr>
                      <a:r>
                        <a:rPr lang="en-GB" sz="1500"/>
                        <a:t>memcpy default</a:t>
                      </a:r>
                    </a:p>
                  </a:txBody>
                  <a:tcPr marL="76780" marR="76780" marT="38390" marB="38390" anchor="ctr"/>
                </a:tc>
                <a:tc>
                  <a:txBody>
                    <a:bodyPr/>
                    <a:lstStyle/>
                    <a:p>
                      <a:pPr>
                        <a:buNone/>
                      </a:pPr>
                      <a:r>
                        <a:rPr lang="en-GB" sz="1500"/>
                        <a:t>21.70 GB/s</a:t>
                      </a:r>
                    </a:p>
                  </a:txBody>
                  <a:tcPr marL="76780" marR="76780" marT="38390" marB="38390" anchor="ctr"/>
                </a:tc>
                <a:tc>
                  <a:txBody>
                    <a:bodyPr/>
                    <a:lstStyle/>
                    <a:p>
                      <a:pPr>
                        <a:buNone/>
                      </a:pPr>
                      <a:r>
                        <a:rPr lang="en-GB" sz="1500"/>
                        <a:t>19.53 GB/s</a:t>
                      </a:r>
                    </a:p>
                  </a:txBody>
                  <a:tcPr marL="76780" marR="76780" marT="38390" marB="38390" anchor="ctr"/>
                </a:tc>
                <a:tc>
                  <a:txBody>
                    <a:bodyPr/>
                    <a:lstStyle/>
                    <a:p>
                      <a:pPr>
                        <a:buNone/>
                      </a:pPr>
                      <a:r>
                        <a:rPr lang="en-GB" sz="1500" b="1"/>
                        <a:t>-10.00%</a:t>
                      </a:r>
                      <a:endParaRPr lang="en-GB" sz="1500"/>
                    </a:p>
                  </a:txBody>
                  <a:tcPr marL="76780" marR="76780" marT="38390" marB="38390" anchor="ctr"/>
                </a:tc>
                <a:extLst>
                  <a:ext uri="{0D108BD9-81ED-4DB2-BD59-A6C34878D82A}">
                    <a16:rowId xmlns:a16="http://schemas.microsoft.com/office/drawing/2014/main" val="668637247"/>
                  </a:ext>
                </a:extLst>
              </a:tr>
              <a:tr h="389729">
                <a:tc>
                  <a:txBody>
                    <a:bodyPr/>
                    <a:lstStyle/>
                    <a:p>
                      <a:pPr>
                        <a:buNone/>
                      </a:pPr>
                      <a:r>
                        <a:rPr lang="en-GB" sz="1500"/>
                        <a:t>memcpy x86-64-unrolled</a:t>
                      </a:r>
                    </a:p>
                  </a:txBody>
                  <a:tcPr marL="76780" marR="76780" marT="38390" marB="38390" anchor="ctr"/>
                </a:tc>
                <a:tc>
                  <a:txBody>
                    <a:bodyPr/>
                    <a:lstStyle/>
                    <a:p>
                      <a:pPr>
                        <a:buNone/>
                      </a:pPr>
                      <a:r>
                        <a:rPr lang="en-GB" sz="1500"/>
                        <a:t>15.26 GB/s</a:t>
                      </a:r>
                    </a:p>
                  </a:txBody>
                  <a:tcPr marL="76780" marR="76780" marT="38390" marB="38390" anchor="ctr"/>
                </a:tc>
                <a:tc>
                  <a:txBody>
                    <a:bodyPr/>
                    <a:lstStyle/>
                    <a:p>
                      <a:pPr>
                        <a:buNone/>
                      </a:pPr>
                      <a:r>
                        <a:rPr lang="en-GB" sz="1500"/>
                        <a:t>15.75 GB/s</a:t>
                      </a:r>
                    </a:p>
                  </a:txBody>
                  <a:tcPr marL="76780" marR="76780" marT="38390" marB="38390" anchor="ctr"/>
                </a:tc>
                <a:tc>
                  <a:txBody>
                    <a:bodyPr/>
                    <a:lstStyle/>
                    <a:p>
                      <a:pPr>
                        <a:buNone/>
                      </a:pPr>
                      <a:r>
                        <a:rPr lang="en-GB" sz="1500" b="1"/>
                        <a:t>+3.23%</a:t>
                      </a:r>
                      <a:endParaRPr lang="en-GB" sz="1500"/>
                    </a:p>
                  </a:txBody>
                  <a:tcPr marL="76780" marR="76780" marT="38390" marB="38390" anchor="ctr"/>
                </a:tc>
                <a:extLst>
                  <a:ext uri="{0D108BD9-81ED-4DB2-BD59-A6C34878D82A}">
                    <a16:rowId xmlns:a16="http://schemas.microsoft.com/office/drawing/2014/main" val="2604325188"/>
                  </a:ext>
                </a:extLst>
              </a:tr>
              <a:tr h="389729">
                <a:tc>
                  <a:txBody>
                    <a:bodyPr/>
                    <a:lstStyle/>
                    <a:p>
                      <a:pPr>
                        <a:buNone/>
                      </a:pPr>
                      <a:r>
                        <a:rPr lang="en-GB" sz="1500"/>
                        <a:t>memcpy x86-64-movsq</a:t>
                      </a:r>
                    </a:p>
                  </a:txBody>
                  <a:tcPr marL="76780" marR="76780" marT="38390" marB="38390" anchor="ctr"/>
                </a:tc>
                <a:tc>
                  <a:txBody>
                    <a:bodyPr/>
                    <a:lstStyle/>
                    <a:p>
                      <a:pPr>
                        <a:buNone/>
                      </a:pPr>
                      <a:r>
                        <a:rPr lang="en-GB" sz="1500"/>
                        <a:t>23.25 GB/s</a:t>
                      </a:r>
                    </a:p>
                  </a:txBody>
                  <a:tcPr marL="76780" marR="76780" marT="38390" marB="38390" anchor="ctr"/>
                </a:tc>
                <a:tc>
                  <a:txBody>
                    <a:bodyPr/>
                    <a:lstStyle/>
                    <a:p>
                      <a:pPr>
                        <a:buNone/>
                      </a:pPr>
                      <a:r>
                        <a:rPr lang="en-GB" sz="1500"/>
                        <a:t>22.19 GB/s</a:t>
                      </a:r>
                    </a:p>
                  </a:txBody>
                  <a:tcPr marL="76780" marR="76780" marT="38390" marB="38390" anchor="ctr"/>
                </a:tc>
                <a:tc>
                  <a:txBody>
                    <a:bodyPr/>
                    <a:lstStyle/>
                    <a:p>
                      <a:pPr>
                        <a:buNone/>
                      </a:pPr>
                      <a:r>
                        <a:rPr lang="en-GB" sz="1500" b="1"/>
                        <a:t>-4.55%</a:t>
                      </a:r>
                      <a:endParaRPr lang="en-GB" sz="1500"/>
                    </a:p>
                  </a:txBody>
                  <a:tcPr marL="76780" marR="76780" marT="38390" marB="38390" anchor="ctr"/>
                </a:tc>
                <a:extLst>
                  <a:ext uri="{0D108BD9-81ED-4DB2-BD59-A6C34878D82A}">
                    <a16:rowId xmlns:a16="http://schemas.microsoft.com/office/drawing/2014/main" val="3626596241"/>
                  </a:ext>
                </a:extLst>
              </a:tr>
              <a:tr h="389729">
                <a:tc>
                  <a:txBody>
                    <a:bodyPr/>
                    <a:lstStyle/>
                    <a:p>
                      <a:pPr>
                        <a:buNone/>
                      </a:pPr>
                      <a:r>
                        <a:rPr lang="en-GB" sz="1500"/>
                        <a:t>memset default</a:t>
                      </a:r>
                    </a:p>
                  </a:txBody>
                  <a:tcPr marL="76780" marR="76780" marT="38390" marB="38390" anchor="ctr"/>
                </a:tc>
                <a:tc>
                  <a:txBody>
                    <a:bodyPr/>
                    <a:lstStyle/>
                    <a:p>
                      <a:pPr>
                        <a:buNone/>
                      </a:pPr>
                      <a:r>
                        <a:rPr lang="en-GB" sz="1500"/>
                        <a:t>39.06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+13.64%</a:t>
                      </a:r>
                      <a:endParaRPr lang="en-GB" sz="1500"/>
                    </a:p>
                  </a:txBody>
                  <a:tcPr marL="76780" marR="76780" marT="38390" marB="38390" anchor="ctr"/>
                </a:tc>
                <a:extLst>
                  <a:ext uri="{0D108BD9-81ED-4DB2-BD59-A6C34878D82A}">
                    <a16:rowId xmlns:a16="http://schemas.microsoft.com/office/drawing/2014/main" val="34300897"/>
                  </a:ext>
                </a:extLst>
              </a:tr>
              <a:tr h="389729">
                <a:tc>
                  <a:txBody>
                    <a:bodyPr/>
                    <a:lstStyle/>
                    <a:p>
                      <a:pPr>
                        <a:buNone/>
                      </a:pPr>
                      <a:r>
                        <a:rPr lang="en-GB" sz="1500"/>
                        <a:t>memset x86-64-unrolled</a:t>
                      </a:r>
                    </a:p>
                  </a:txBody>
                  <a:tcPr marL="76780" marR="76780" marT="38390" marB="38390" anchor="ctr"/>
                </a:tc>
                <a:tc>
                  <a:txBody>
                    <a:bodyPr/>
                    <a:lstStyle/>
                    <a:p>
                      <a:pPr>
                        <a:buNone/>
                      </a:pPr>
                      <a:r>
                        <a:rPr lang="en-GB" sz="1500"/>
                        <a:t>28.72 GB/s</a:t>
                      </a:r>
                    </a:p>
                  </a:txBody>
                  <a:tcPr marL="76780" marR="76780" marT="38390" marB="38390" anchor="ctr"/>
                </a:tc>
                <a:tc>
                  <a:txBody>
                    <a:bodyPr/>
                    <a:lstStyle/>
                    <a:p>
                      <a:pPr>
                        <a:buNone/>
                      </a:pPr>
                      <a:r>
                        <a:rPr lang="en-GB" sz="1500"/>
                        <a:t>33.67 GB/s</a:t>
                      </a:r>
                    </a:p>
                  </a:txBody>
                  <a:tcPr marL="76780" marR="76780" marT="38390" marB="38390" anchor="ctr"/>
                </a:tc>
                <a:tc>
                  <a:txBody>
                    <a:bodyPr/>
                    <a:lstStyle/>
                    <a:p>
                      <a:pPr>
                        <a:buNone/>
                      </a:pPr>
                      <a:r>
                        <a:rPr lang="en-GB" sz="1500" b="1"/>
                        <a:t>+17.24%</a:t>
                      </a:r>
                      <a:endParaRPr lang="en-GB" sz="1500"/>
                    </a:p>
                  </a:txBody>
                  <a:tcPr marL="76780" marR="76780" marT="38390" marB="38390" anchor="ctr"/>
                </a:tc>
                <a:extLst>
                  <a:ext uri="{0D108BD9-81ED-4DB2-BD59-A6C34878D82A}">
                    <a16:rowId xmlns:a16="http://schemas.microsoft.com/office/drawing/2014/main" val="88053595"/>
                  </a:ext>
                </a:extLst>
              </a:tr>
              <a:tr h="389729">
                <a:tc>
                  <a:txBody>
                    <a:bodyPr/>
                    <a:lstStyle/>
                    <a:p>
                      <a:pPr>
                        <a:buNone/>
                      </a:pPr>
                      <a:r>
                        <a:rPr lang="en-GB" sz="1500"/>
                        <a:t>memset x86-64-stosq</a:t>
                      </a:r>
                    </a:p>
                  </a:txBody>
                  <a:tcPr marL="76780" marR="76780" marT="38390" marB="38390" anchor="ctr"/>
                </a:tc>
                <a:tc>
                  <a:txBody>
                    <a:bodyPr/>
                    <a:lstStyle/>
                    <a:p>
                      <a:pPr>
                        <a:buNone/>
                      </a:pPr>
                      <a:r>
                        <a:rPr lang="en-GB" sz="1500"/>
                        <a:t>40.69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+9.09%</a:t>
                      </a:r>
                      <a:endParaRPr lang="en-GB" sz="1500"/>
                    </a:p>
                  </a:txBody>
                  <a:tcPr marL="76780" marR="76780" marT="38390" marB="38390" anchor="ctr"/>
                </a:tc>
                <a:extLst>
                  <a:ext uri="{0D108BD9-81ED-4DB2-BD59-A6C34878D82A}">
                    <a16:rowId xmlns:a16="http://schemas.microsoft.com/office/drawing/2014/main" val="586885540"/>
                  </a:ext>
                </a:extLst>
              </a:tr>
              <a:tr h="389729">
                <a:tc>
                  <a:txBody>
                    <a:bodyPr/>
                    <a:lstStyle/>
                    <a:p>
                      <a:pPr>
                        <a:buNone/>
                      </a:pPr>
                      <a:r>
                        <a:rPr lang="en-GB" sz="1500"/>
                        <a:t>mmap demand</a:t>
                      </a:r>
                    </a:p>
                  </a:txBody>
                  <a:tcPr marL="76780" marR="76780" marT="38390" marB="38390" anchor="ctr"/>
                </a:tc>
                <a:tc>
                  <a:txBody>
                    <a:bodyPr/>
                    <a:lstStyle/>
                    <a:p>
                      <a:pPr>
                        <a:buNone/>
                      </a:pPr>
                      <a:r>
                        <a:rPr lang="en-GB" sz="1500"/>
                        <a:t>2.19 GB/s</a:t>
                      </a:r>
                    </a:p>
                  </a:txBody>
                  <a:tcPr marL="76780" marR="76780" marT="38390" marB="38390" anchor="ctr"/>
                </a:tc>
                <a:tc>
                  <a:txBody>
                    <a:bodyPr/>
                    <a:lstStyle/>
                    <a:p>
                      <a:pPr>
                        <a:buNone/>
                      </a:pPr>
                      <a:r>
                        <a:rPr lang="en-GB" sz="1500"/>
                        <a:t>1.87 GB/s</a:t>
                      </a:r>
                    </a:p>
                  </a:txBody>
                  <a:tcPr marL="76780" marR="76780" marT="38390" marB="38390" anchor="ctr"/>
                </a:tc>
                <a:tc>
                  <a:txBody>
                    <a:bodyPr/>
                    <a:lstStyle/>
                    <a:p>
                      <a:pPr>
                        <a:buNone/>
                      </a:pPr>
                      <a:r>
                        <a:rPr lang="en-GB" sz="1500" b="1"/>
                        <a:t>-14.40%</a:t>
                      </a:r>
                      <a:endParaRPr lang="en-GB" sz="1500"/>
                    </a:p>
                  </a:txBody>
                  <a:tcPr marL="76780" marR="76780" marT="38390" marB="38390" anchor="ctr"/>
                </a:tc>
                <a:extLst>
                  <a:ext uri="{0D108BD9-81ED-4DB2-BD59-A6C34878D82A}">
                    <a16:rowId xmlns:a16="http://schemas.microsoft.com/office/drawing/2014/main" val="466616105"/>
                  </a:ext>
                </a:extLst>
              </a:tr>
              <a:tr h="389729">
                <a:tc>
                  <a:txBody>
                    <a:bodyPr/>
                    <a:lstStyle/>
                    <a:p>
                      <a:pPr>
                        <a:buNone/>
                      </a:pPr>
                      <a:r>
                        <a:rPr lang="en-GB" sz="1500"/>
                        <a:t>mmap populate</a:t>
                      </a:r>
                    </a:p>
                  </a:txBody>
                  <a:tcPr marL="76780" marR="76780" marT="38390" marB="38390" anchor="ctr"/>
                </a:tc>
                <a:tc>
                  <a:txBody>
                    <a:bodyPr/>
                    <a:lstStyle/>
                    <a:p>
                      <a:pPr>
                        <a:buNone/>
                      </a:pPr>
                      <a:r>
                        <a:rPr lang="en-GB" sz="1500"/>
                        <a:t>6.03 GB/s</a:t>
                      </a:r>
                    </a:p>
                  </a:txBody>
                  <a:tcPr marL="76780" marR="76780" marT="38390" marB="38390" anchor="ctr"/>
                </a:tc>
                <a:tc>
                  <a:txBody>
                    <a:bodyPr/>
                    <a:lstStyle/>
                    <a:p>
                      <a:pPr>
                        <a:buNone/>
                      </a:pPr>
                      <a:r>
                        <a:rPr lang="en-GB" sz="1500"/>
                        <a:t>4.81 GB/s</a:t>
                      </a:r>
                    </a:p>
                  </a:txBody>
                  <a:tcPr marL="76780" marR="76780" marT="38390" marB="38390" anchor="ctr"/>
                </a:tc>
                <a:tc>
                  <a:txBody>
                    <a:bodyPr/>
                    <a:lstStyle/>
                    <a:p>
                      <a:pPr>
                        <a:buNone/>
                      </a:pPr>
                      <a:r>
                        <a:rPr lang="en-GB" sz="1500" b="1" dirty="0"/>
                        <a:t>-20.20%</a:t>
                      </a:r>
                      <a:endParaRPr lang="en-GB" sz="1500" dirty="0"/>
                    </a:p>
                  </a:txBody>
                  <a:tcPr marL="76780" marR="76780" marT="38390" marB="38390" anchor="ctr"/>
                </a:tc>
                <a:extLst>
                  <a:ext uri="{0D108BD9-81ED-4DB2-BD59-A6C34878D82A}">
                    <a16:rowId xmlns:a16="http://schemas.microsoft.com/office/drawing/2014/main" val="3199973384"/>
                  </a:ext>
                </a:extLst>
              </a:tr>
            </a:tbl>
          </a:graphicData>
        </a:graphic>
      </p:graphicFrame>
    </p:spTree>
    <p:extLst>
      <p:ext uri="{BB962C8B-B14F-4D97-AF65-F5344CB8AC3E}">
        <p14:creationId xmlns:p14="http://schemas.microsoft.com/office/powerpoint/2010/main" val="1406360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1FA44-6518-D491-231E-5C210026D9DD}"/>
              </a:ext>
            </a:extLst>
          </p:cNvPr>
          <p:cNvSpPr>
            <a:spLocks noGrp="1"/>
          </p:cNvSpPr>
          <p:nvPr>
            <p:ph type="title"/>
          </p:nvPr>
        </p:nvSpPr>
        <p:spPr>
          <a:xfrm>
            <a:off x="838200" y="365125"/>
            <a:ext cx="10515600" cy="1040765"/>
          </a:xfrm>
        </p:spPr>
        <p:txBody>
          <a:bodyPr/>
          <a:lstStyle/>
          <a:p>
            <a:pPr>
              <a:defRPr sz="2925" b="1">
                <a:solidFill>
                  <a:srgbClr val="000000"/>
                </a:solidFill>
              </a:defRPr>
            </a:pPr>
            <a:r>
              <a:rPr lang="en-GB" b="1" dirty="0">
                <a:solidFill>
                  <a:srgbClr val="000000"/>
                </a:solidFill>
              </a:rPr>
              <a:t>The findings are still interim</a:t>
            </a:r>
          </a:p>
        </p:txBody>
      </p:sp>
      <p:sp>
        <p:nvSpPr>
          <p:cNvPr id="3" name="Content Placeholder 2">
            <a:extLst>
              <a:ext uri="{FF2B5EF4-FFF2-40B4-BE49-F238E27FC236}">
                <a16:creationId xmlns:a16="http://schemas.microsoft.com/office/drawing/2014/main" id="{D9C9F56C-6339-EAB7-E2B2-93D86532DF89}"/>
              </a:ext>
            </a:extLst>
          </p:cNvPr>
          <p:cNvSpPr>
            <a:spLocks noGrp="1"/>
          </p:cNvSpPr>
          <p:nvPr>
            <p:ph idx="1"/>
          </p:nvPr>
        </p:nvSpPr>
        <p:spPr>
          <a:xfrm>
            <a:off x="838200" y="1512888"/>
            <a:ext cx="10515600" cy="2574925"/>
          </a:xfrm>
        </p:spPr>
        <p:txBody>
          <a:bodyPr>
            <a:normAutofit lnSpcReduction="10000"/>
          </a:bodyPr>
          <a:lstStyle/>
          <a:p>
            <a:pPr>
              <a:defRPr sz="1350" b="0">
                <a:solidFill>
                  <a:srgbClr val="000000"/>
                </a:solidFill>
              </a:defRPr>
            </a:pPr>
            <a:r>
              <a:rPr lang="en-GB" sz="2000" dirty="0">
                <a:solidFill>
                  <a:srgbClr val="000000"/>
                </a:solidFill>
              </a:rPr>
              <a:t>HTTPS AES-GCM and ChaCha20 do not create a visible end-to-end latency penalty in the current runs.</a:t>
            </a:r>
          </a:p>
          <a:p>
            <a:pPr>
              <a:defRPr sz="1350" b="0">
                <a:solidFill>
                  <a:srgbClr val="000000"/>
                </a:solidFill>
              </a:defRPr>
            </a:pPr>
            <a:endParaRPr lang="en-GB" sz="2000" dirty="0">
              <a:solidFill>
                <a:srgbClr val="000000"/>
              </a:solidFill>
            </a:endParaRPr>
          </a:p>
          <a:p>
            <a:pPr>
              <a:defRPr sz="1350" b="0">
                <a:solidFill>
                  <a:srgbClr val="000000"/>
                </a:solidFill>
              </a:defRPr>
            </a:pPr>
            <a:r>
              <a:rPr lang="en-GB" sz="2000" dirty="0">
                <a:solidFill>
                  <a:srgbClr val="000000"/>
                </a:solidFill>
              </a:rPr>
              <a:t>TDX has a larger measurable cost than the encryption protocol choice, especially on cloud-side CPU time.</a:t>
            </a:r>
          </a:p>
          <a:p>
            <a:pPr>
              <a:defRPr sz="1350" b="0">
                <a:solidFill>
                  <a:srgbClr val="000000"/>
                </a:solidFill>
              </a:defRPr>
            </a:pPr>
            <a:endParaRPr lang="en-GB" sz="2000" dirty="0">
              <a:solidFill>
                <a:srgbClr val="000000"/>
              </a:solidFill>
            </a:endParaRPr>
          </a:p>
          <a:p>
            <a:r>
              <a:rPr lang="en-GB" sz="2000" dirty="0"/>
              <a:t>The current split inference pipeline is dominated by model computation rather than transport protocol overhead.</a:t>
            </a:r>
            <a:endParaRPr lang="en-GB" sz="2000" dirty="0">
              <a:solidFill>
                <a:srgbClr val="000000"/>
              </a:solidFill>
            </a:endParaRPr>
          </a:p>
          <a:p>
            <a:pPr>
              <a:defRPr sz="1350" b="0">
                <a:solidFill>
                  <a:srgbClr val="000000"/>
                </a:solidFill>
              </a:defRPr>
            </a:pPr>
            <a:endParaRPr lang="en-GB" sz="2000" dirty="0">
              <a:solidFill>
                <a:srgbClr val="000000"/>
              </a:solidFill>
            </a:endParaRPr>
          </a:p>
        </p:txBody>
      </p:sp>
      <p:sp>
        <p:nvSpPr>
          <p:cNvPr id="4" name="Rectangle 3">
            <a:extLst>
              <a:ext uri="{FF2B5EF4-FFF2-40B4-BE49-F238E27FC236}">
                <a16:creationId xmlns:a16="http://schemas.microsoft.com/office/drawing/2014/main" id="{658CD96B-3D57-C90F-0289-2787945FF76C}"/>
              </a:ext>
            </a:extLst>
          </p:cNvPr>
          <p:cNvSpPr>
            <a:spLocks noGrp="1"/>
          </p:cNvSpPr>
          <p:nvPr/>
        </p:nvSpPr>
        <p:spPr>
          <a:xfrm>
            <a:off x="838200" y="4194811"/>
            <a:ext cx="3429000" cy="819149"/>
          </a:xfrm>
          <a:prstGeom prst="rect">
            <a:avLst/>
          </a:prstGeom>
          <a:noFill/>
          <a:ln w="0">
            <a:noFill/>
            <a:prstDash val="solid"/>
          </a:ln>
        </p:spPr>
        <p:txBody>
          <a:bodyPr/>
          <a:lstStyle/>
          <a:p>
            <a:pPr>
              <a:defRPr sz="2100" b="1">
                <a:solidFill>
                  <a:srgbClr val="000000"/>
                </a:solidFill>
              </a:defRPr>
            </a:pPr>
            <a:r>
              <a:rPr lang="en-GB" sz="2100" b="1" dirty="0"/>
              <a:t>Current limitations</a:t>
            </a:r>
            <a:br>
              <a:rPr lang="en-GB" sz="2100" b="1" dirty="0"/>
            </a:br>
            <a:endParaRPr sz="2100" b="1" dirty="0">
              <a:solidFill>
                <a:srgbClr val="000000"/>
              </a:solidFill>
            </a:endParaRPr>
          </a:p>
        </p:txBody>
      </p:sp>
      <p:sp>
        <p:nvSpPr>
          <p:cNvPr id="5" name="Rectangle 4">
            <a:extLst>
              <a:ext uri="{FF2B5EF4-FFF2-40B4-BE49-F238E27FC236}">
                <a16:creationId xmlns:a16="http://schemas.microsoft.com/office/drawing/2014/main" id="{F9EA4119-B15C-9896-4B50-A9E39BA50D81}"/>
              </a:ext>
            </a:extLst>
          </p:cNvPr>
          <p:cNvSpPr>
            <a:spLocks noGrp="1"/>
          </p:cNvSpPr>
          <p:nvPr/>
        </p:nvSpPr>
        <p:spPr>
          <a:xfrm>
            <a:off x="838200" y="4792662"/>
            <a:ext cx="10287000" cy="1104900"/>
          </a:xfrm>
          <a:prstGeom prst="rect">
            <a:avLst/>
          </a:prstGeom>
          <a:noFill/>
          <a:ln w="0">
            <a:noFill/>
            <a:prstDash val="solid"/>
          </a:ln>
        </p:spPr>
        <p:txBody>
          <a:bodyPr/>
          <a:lstStyle/>
          <a:p>
            <a:pPr marL="285750" indent="-285750">
              <a:buFont typeface="Arial" panose="020B0604020202020204" pitchFamily="34" charset="0"/>
              <a:buChar char="•"/>
            </a:pPr>
            <a:r>
              <a:rPr lang="en-GB" sz="1600" dirty="0"/>
              <a:t>The TDX and non-TDX runs used different VM instances. Hardware configuration, OS level, and software libraries were checked and confirmed to match, but minor instance-level variation may still remain.</a:t>
            </a:r>
          </a:p>
          <a:p>
            <a:pPr marL="285750" indent="-285750" algn="l">
              <a:buFont typeface="Arial" panose="020B0604020202020204" pitchFamily="34" charset="0"/>
              <a:buChar char="•"/>
              <a:defRPr sz="1650" b="0">
                <a:solidFill>
                  <a:srgbClr val="000000"/>
                </a:solidFill>
              </a:defRPr>
            </a:pPr>
            <a:r>
              <a:rPr sz="1650" b="0" dirty="0">
                <a:solidFill>
                  <a:srgbClr val="000000"/>
                </a:solidFill>
              </a:rPr>
              <a:t>Encryption, decryption, TLS setup, and key exchange should be timed separately instead of being folded into request latency.</a:t>
            </a:r>
            <a:endParaRPr lang="en-GB" sz="1650" b="0" dirty="0">
              <a:solidFill>
                <a:srgbClr val="000000"/>
              </a:solidFill>
            </a:endParaRPr>
          </a:p>
          <a:p>
            <a:pPr marL="285750" indent="-285750">
              <a:buFont typeface="Arial" panose="020B0604020202020204" pitchFamily="34" charset="0"/>
              <a:buChar char="•"/>
              <a:defRPr sz="1650" b="0">
                <a:solidFill>
                  <a:srgbClr val="000000"/>
                </a:solidFill>
              </a:defRPr>
            </a:pPr>
            <a:r>
              <a:rPr lang="en-GB" sz="1650" dirty="0"/>
              <a:t>The current results mainly report average latency and CPU time. </a:t>
            </a:r>
            <a:endParaRPr sz="1650" b="0" dirty="0">
              <a:solidFill>
                <a:srgbClr val="000000"/>
              </a:solidFill>
            </a:endParaRPr>
          </a:p>
        </p:txBody>
      </p:sp>
    </p:spTree>
    <p:extLst>
      <p:ext uri="{BB962C8B-B14F-4D97-AF65-F5344CB8AC3E}">
        <p14:creationId xmlns:p14="http://schemas.microsoft.com/office/powerpoint/2010/main" val="9951472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87D79C-F6E0-8478-BE74-55B26B393D11}"/>
              </a:ext>
            </a:extLst>
          </p:cNvPr>
          <p:cNvSpPr>
            <a:spLocks noGrp="1"/>
          </p:cNvSpPr>
          <p:nvPr>
            <p:ph type="title"/>
          </p:nvPr>
        </p:nvSpPr>
        <p:spPr/>
        <p:txBody>
          <a:bodyPr/>
          <a:lstStyle/>
          <a:p>
            <a:r>
              <a:rPr lang="en-US" dirty="0"/>
              <a:t>The next step</a:t>
            </a:r>
            <a:r>
              <a:rPr lang="en-US" altLang="zh-CN" dirty="0"/>
              <a:t>?</a:t>
            </a:r>
            <a:endParaRPr lang="en-US" dirty="0"/>
          </a:p>
        </p:txBody>
      </p:sp>
      <p:sp>
        <p:nvSpPr>
          <p:cNvPr id="3" name="Content Placeholder 2">
            <a:extLst>
              <a:ext uri="{FF2B5EF4-FFF2-40B4-BE49-F238E27FC236}">
                <a16:creationId xmlns:a16="http://schemas.microsoft.com/office/drawing/2014/main" id="{A4A3B5C6-CDB3-79F1-A20C-E678F6A54230}"/>
              </a:ext>
            </a:extLst>
          </p:cNvPr>
          <p:cNvSpPr>
            <a:spLocks noGrp="1"/>
          </p:cNvSpPr>
          <p:nvPr>
            <p:ph idx="1"/>
          </p:nvPr>
        </p:nvSpPr>
        <p:spPr/>
        <p:txBody>
          <a:bodyPr>
            <a:normAutofit fontScale="85000" lnSpcReduction="20000"/>
          </a:bodyPr>
          <a:lstStyle/>
          <a:p>
            <a:r>
              <a:rPr lang="en-GB" b="1" dirty="0"/>
              <a:t>Scale the Runs</a:t>
            </a:r>
          </a:p>
          <a:p>
            <a:pPr marL="0" indent="0">
              <a:buNone/>
            </a:pPr>
            <a:r>
              <a:rPr lang="en-GB" dirty="0"/>
              <a:t>Use up to 100 images per configuration and report averaged results to reduce single-sample bias.</a:t>
            </a:r>
          </a:p>
          <a:p>
            <a:r>
              <a:rPr lang="en-GB" b="1" dirty="0"/>
              <a:t>Split the Timers</a:t>
            </a:r>
          </a:p>
          <a:p>
            <a:pPr marL="0" indent="0">
              <a:buNone/>
            </a:pPr>
            <a:r>
              <a:rPr lang="en-GB" dirty="0"/>
              <a:t>Measure key latency components separately, including serialization, transfer, TLS setup, and secure transport overhead.</a:t>
            </a:r>
          </a:p>
          <a:p>
            <a:r>
              <a:rPr lang="en-GB" b="1" dirty="0"/>
              <a:t>Benchmark</a:t>
            </a:r>
          </a:p>
          <a:p>
            <a:pPr marL="0" indent="0">
              <a:buNone/>
            </a:pPr>
            <a:r>
              <a:rPr lang="en-GB" dirty="0"/>
              <a:t>Run memory and </a:t>
            </a:r>
            <a:r>
              <a:rPr lang="en-GB" dirty="0" err="1"/>
              <a:t>syscall</a:t>
            </a:r>
            <a:r>
              <a:rPr lang="en-GB" dirty="0"/>
              <a:t> benchmarks on both standard VM and confidential VM to explain cloud-side performance degradation.</a:t>
            </a:r>
          </a:p>
          <a:p>
            <a:r>
              <a:rPr lang="en-GB" b="1" dirty="0"/>
              <a:t>Data Visualisation</a:t>
            </a:r>
          </a:p>
          <a:p>
            <a:pPr marL="0" indent="0">
              <a:buNone/>
            </a:pPr>
            <a:r>
              <a:rPr lang="en-GB" dirty="0"/>
              <a:t>Plot latency distribution, CPU time, CPU utilisation, and</a:t>
            </a:r>
            <a:r>
              <a:rPr lang="zh-CN" altLang="en-US" dirty="0"/>
              <a:t> </a:t>
            </a:r>
            <a:r>
              <a:rPr lang="en-GB" dirty="0"/>
              <a:t>throughput for each configuration to show  stability and performance bottlenecks.</a:t>
            </a:r>
            <a:r>
              <a:rPr lang="zh-CN" altLang="en-US"/>
              <a:t> </a:t>
            </a:r>
            <a:endParaRPr lang="en-GB" dirty="0"/>
          </a:p>
        </p:txBody>
      </p:sp>
    </p:spTree>
    <p:extLst>
      <p:ext uri="{BB962C8B-B14F-4D97-AF65-F5344CB8AC3E}">
        <p14:creationId xmlns:p14="http://schemas.microsoft.com/office/powerpoint/2010/main" val="533609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2334</Words>
  <Application>Microsoft Macintosh PowerPoint</Application>
  <PresentationFormat>Widescreen</PresentationFormat>
  <Paragraphs>411</Paragraphs>
  <Slides>15</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Courier New</vt:lpstr>
      <vt:lpstr>Office Theme</vt:lpstr>
      <vt:lpstr>Experiment logic and interim findings</vt:lpstr>
      <vt:lpstr>The experiment matrix isolates three comparison dimensions</vt:lpstr>
      <vt:lpstr>Experiment Design</vt:lpstr>
      <vt:lpstr>metrics</vt:lpstr>
      <vt:lpstr>Metrics - Latency</vt:lpstr>
      <vt:lpstr>Metrics - Latency</vt:lpstr>
      <vt:lpstr>Metrics – CPU time  </vt:lpstr>
      <vt:lpstr>Metrics – CPU time</vt:lpstr>
      <vt:lpstr>Metrics – Throughput Degradation</vt:lpstr>
      <vt:lpstr>PowerPoint Presentation</vt:lpstr>
      <vt:lpstr>Benchmark syscall comparison</vt:lpstr>
      <vt:lpstr>Benchmark sched comparison</vt:lpstr>
      <vt:lpstr>Benchmark memory comparison</vt:lpstr>
      <vt:lpstr>The findings are still interim</vt:lpstr>
      <vt:lpstr>The next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耀泉 马</dc:creator>
  <cp:lastModifiedBy>耀泉 马</cp:lastModifiedBy>
  <cp:revision>1</cp:revision>
  <dcterms:created xsi:type="dcterms:W3CDTF">2026-07-03T14:51:43Z</dcterms:created>
  <dcterms:modified xsi:type="dcterms:W3CDTF">2026-07-07T08:55:54Z</dcterms:modified>
</cp:coreProperties>
</file>