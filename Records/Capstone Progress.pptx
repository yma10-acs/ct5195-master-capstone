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9" r:id="rId4"/>
    <p:sldId id="270" r:id="rId5"/>
    <p:sldId id="264" r:id="rId6"/>
    <p:sldId id="261" r:id="rId7"/>
    <p:sldId id="262" r:id="rId8"/>
    <p:sldId id="258" r:id="rId9"/>
    <p:sldId id="266" r:id="rId10"/>
    <p:sldId id="265" r:id="rId11"/>
    <p:sldId id="268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7364D2-7B48-1D4A-8AEF-744EC3E9C1FF}">
          <p14:sldIdLst>
            <p14:sldId id="256"/>
          </p14:sldIdLst>
        </p14:section>
        <p14:section name="Week 1" id="{7A9EE9F0-9EA2-FD4F-95A0-5FB502EDB152}">
          <p14:sldIdLst>
            <p14:sldId id="257"/>
            <p14:sldId id="269"/>
            <p14:sldId id="270"/>
            <p14:sldId id="264"/>
            <p14:sldId id="261"/>
            <p14:sldId id="262"/>
            <p14:sldId id="258"/>
            <p14:sldId id="266"/>
            <p14:sldId id="265"/>
            <p14:sldId id="26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D6E8"/>
    <a:srgbClr val="FFD4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2CF162-E4EB-A648-BB70-BCFC2B7265E3}" v="250" dt="2026-06-08T11:56:01.9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Medium Style 3 –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49"/>
    <p:restoredTop sz="44962"/>
  </p:normalViewPr>
  <p:slideViewPr>
    <p:cSldViewPr snapToGrid="0">
      <p:cViewPr>
        <p:scale>
          <a:sx n="142" d="100"/>
          <a:sy n="142" d="100"/>
        </p:scale>
        <p:origin x="41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耀泉 马" userId="19e30af8d5659de2" providerId="LiveId" clId="{C3594856-CEDA-5129-B2AF-7962E3CA4CA3}"/>
    <pc:docChg chg="undo custSel addSld modSld modSection">
      <pc:chgData name="耀泉 马" userId="19e30af8d5659de2" providerId="LiveId" clId="{C3594856-CEDA-5129-B2AF-7962E3CA4CA3}" dt="2026-06-08T12:06:20.160" v="2486" actId="20577"/>
      <pc:docMkLst>
        <pc:docMk/>
      </pc:docMkLst>
      <pc:sldChg chg="modSp mod">
        <pc:chgData name="耀泉 马" userId="19e30af8d5659de2" providerId="LiveId" clId="{C3594856-CEDA-5129-B2AF-7962E3CA4CA3}" dt="2026-06-08T11:50:47.862" v="2380" actId="27636"/>
        <pc:sldMkLst>
          <pc:docMk/>
          <pc:sldMk cId="1853872987" sldId="268"/>
        </pc:sldMkLst>
        <pc:spChg chg="mod">
          <ac:chgData name="耀泉 马" userId="19e30af8d5659de2" providerId="LiveId" clId="{C3594856-CEDA-5129-B2AF-7962E3CA4CA3}" dt="2026-06-08T11:50:47.862" v="2380" actId="27636"/>
          <ac:spMkLst>
            <pc:docMk/>
            <pc:sldMk cId="1853872987" sldId="268"/>
            <ac:spMk id="3" creationId="{CF3649C6-2E5F-3C42-FBEB-C028BFCC91CA}"/>
          </ac:spMkLst>
        </pc:spChg>
      </pc:sldChg>
      <pc:sldChg chg="addSp delSp modSp new mod modNotesTx">
        <pc:chgData name="耀泉 马" userId="19e30af8d5659de2" providerId="LiveId" clId="{C3594856-CEDA-5129-B2AF-7962E3CA4CA3}" dt="2026-06-08T12:06:20.160" v="2486" actId="20577"/>
        <pc:sldMkLst>
          <pc:docMk/>
          <pc:sldMk cId="2520208814" sldId="269"/>
        </pc:sldMkLst>
        <pc:spChg chg="del mod">
          <ac:chgData name="耀泉 马" userId="19e30af8d5659de2" providerId="LiveId" clId="{C3594856-CEDA-5129-B2AF-7962E3CA4CA3}" dt="2026-06-07T02:41:39.704" v="1745" actId="478"/>
          <ac:spMkLst>
            <pc:docMk/>
            <pc:sldMk cId="2520208814" sldId="269"/>
            <ac:spMk id="2" creationId="{BCC767AD-7E90-EB9D-83AD-FA3A0ECB32A6}"/>
          </ac:spMkLst>
        </pc:spChg>
        <pc:spChg chg="del">
          <ac:chgData name="耀泉 马" userId="19e30af8d5659de2" providerId="LiveId" clId="{C3594856-CEDA-5129-B2AF-7962E3CA4CA3}" dt="2026-06-07T01:07:58.978" v="90" actId="12084"/>
          <ac:spMkLst>
            <pc:docMk/>
            <pc:sldMk cId="2520208814" sldId="269"/>
            <ac:spMk id="3" creationId="{DEF5A666-1642-C1EB-30D5-07F4CCC43CEC}"/>
          </ac:spMkLst>
        </pc:spChg>
        <pc:spChg chg="add del mod">
          <ac:chgData name="耀泉 马" userId="19e30af8d5659de2" providerId="LiveId" clId="{C3594856-CEDA-5129-B2AF-7962E3CA4CA3}" dt="2026-06-07T01:12:09.207" v="239" actId="478"/>
          <ac:spMkLst>
            <pc:docMk/>
            <pc:sldMk cId="2520208814" sldId="269"/>
            <ac:spMk id="7" creationId="{049DB8AB-E5C7-038A-DB97-4F97C13D1D2C}"/>
          </ac:spMkLst>
        </pc:spChg>
        <pc:spChg chg="del">
          <ac:chgData name="耀泉 马" userId="19e30af8d5659de2" providerId="LiveId" clId="{C3594856-CEDA-5129-B2AF-7962E3CA4CA3}" dt="2026-06-07T01:12:54.778" v="256" actId="478"/>
          <ac:spMkLst>
            <pc:docMk/>
            <pc:sldMk cId="2520208814" sldId="269"/>
            <ac:spMk id="9" creationId="{E2B76107-8300-58DC-9428-6050DD8EB212}"/>
          </ac:spMkLst>
        </pc:spChg>
        <pc:spChg chg="del mod">
          <ac:chgData name="耀泉 马" userId="19e30af8d5659de2" providerId="LiveId" clId="{C3594856-CEDA-5129-B2AF-7962E3CA4CA3}" dt="2026-06-07T01:12:48.990" v="253" actId="478"/>
          <ac:spMkLst>
            <pc:docMk/>
            <pc:sldMk cId="2520208814" sldId="269"/>
            <ac:spMk id="10" creationId="{7FF50067-F11E-D873-D0CB-14FDBCEBC913}"/>
          </ac:spMkLst>
        </pc:spChg>
        <pc:spChg chg="add del mod">
          <ac:chgData name="耀泉 马" userId="19e30af8d5659de2" providerId="LiveId" clId="{C3594856-CEDA-5129-B2AF-7962E3CA4CA3}" dt="2026-06-07T01:14:30.442" v="330" actId="14100"/>
          <ac:spMkLst>
            <pc:docMk/>
            <pc:sldMk cId="2520208814" sldId="269"/>
            <ac:spMk id="11" creationId="{E134ACFB-9049-2720-9A75-B9CF6AC8B617}"/>
          </ac:spMkLst>
        </pc:spChg>
        <pc:spChg chg="mod">
          <ac:chgData name="耀泉 马" userId="19e30af8d5659de2" providerId="LiveId" clId="{C3594856-CEDA-5129-B2AF-7962E3CA4CA3}" dt="2026-06-07T01:17:28.875" v="408" actId="1076"/>
          <ac:spMkLst>
            <pc:docMk/>
            <pc:sldMk cId="2520208814" sldId="269"/>
            <ac:spMk id="12" creationId="{320D9532-89EC-BA4B-559F-9D83636E1DF0}"/>
          </ac:spMkLst>
        </pc:spChg>
        <pc:spChg chg="mod">
          <ac:chgData name="耀泉 马" userId="19e30af8d5659de2" providerId="LiveId" clId="{C3594856-CEDA-5129-B2AF-7962E3CA4CA3}" dt="2026-06-07T01:18:51.729" v="427" actId="20577"/>
          <ac:spMkLst>
            <pc:docMk/>
            <pc:sldMk cId="2520208814" sldId="269"/>
            <ac:spMk id="14" creationId="{37D517C3-C4B7-0B4A-35F7-2CA71C723948}"/>
          </ac:spMkLst>
        </pc:spChg>
        <pc:spChg chg="del">
          <ac:chgData name="耀泉 马" userId="19e30af8d5659de2" providerId="LiveId" clId="{C3594856-CEDA-5129-B2AF-7962E3CA4CA3}" dt="2026-06-07T01:16:14.132" v="392" actId="478"/>
          <ac:spMkLst>
            <pc:docMk/>
            <pc:sldMk cId="2520208814" sldId="269"/>
            <ac:spMk id="16" creationId="{3166A62B-E84E-65D4-D7A3-A097BF4E276A}"/>
          </ac:spMkLst>
        </pc:spChg>
        <pc:spChg chg="mod">
          <ac:chgData name="耀泉 马" userId="19e30af8d5659de2" providerId="LiveId" clId="{C3594856-CEDA-5129-B2AF-7962E3CA4CA3}" dt="2026-06-07T01:18:22.483" v="419" actId="20577"/>
          <ac:spMkLst>
            <pc:docMk/>
            <pc:sldMk cId="2520208814" sldId="269"/>
            <ac:spMk id="17" creationId="{1A216507-24C5-3F7F-413B-2677D6406B7B}"/>
          </ac:spMkLst>
        </pc:spChg>
        <pc:spChg chg="del">
          <ac:chgData name="耀泉 马" userId="19e30af8d5659de2" providerId="LiveId" clId="{C3594856-CEDA-5129-B2AF-7962E3CA4CA3}" dt="2026-06-07T01:18:40.276" v="425" actId="478"/>
          <ac:spMkLst>
            <pc:docMk/>
            <pc:sldMk cId="2520208814" sldId="269"/>
            <ac:spMk id="18" creationId="{7FA41BB2-E872-4622-B577-4AEF93B40ED5}"/>
          </ac:spMkLst>
        </pc:spChg>
        <pc:spChg chg="del">
          <ac:chgData name="耀泉 马" userId="19e30af8d5659de2" providerId="LiveId" clId="{C3594856-CEDA-5129-B2AF-7962E3CA4CA3}" dt="2026-06-07T01:18:37.581" v="424" actId="478"/>
          <ac:spMkLst>
            <pc:docMk/>
            <pc:sldMk cId="2520208814" sldId="269"/>
            <ac:spMk id="19" creationId="{409D8784-B010-5CE5-62CF-75C8B5B7C28D}"/>
          </ac:spMkLst>
        </pc:spChg>
        <pc:spChg chg="del">
          <ac:chgData name="耀泉 马" userId="19e30af8d5659de2" providerId="LiveId" clId="{C3594856-CEDA-5129-B2AF-7962E3CA4CA3}" dt="2026-06-07T01:18:19.991" v="418" actId="478"/>
          <ac:spMkLst>
            <pc:docMk/>
            <pc:sldMk cId="2520208814" sldId="269"/>
            <ac:spMk id="20" creationId="{B6670F6E-87E8-9CDE-88CA-3E826686A5F2}"/>
          </ac:spMkLst>
        </pc:spChg>
        <pc:spChg chg="del mod">
          <ac:chgData name="耀泉 马" userId="19e30af8d5659de2" providerId="LiveId" clId="{C3594856-CEDA-5129-B2AF-7962E3CA4CA3}" dt="2026-06-07T01:18:32.291" v="422" actId="478"/>
          <ac:spMkLst>
            <pc:docMk/>
            <pc:sldMk cId="2520208814" sldId="269"/>
            <ac:spMk id="21" creationId="{123E0DB2-3CB9-38F4-6124-86A5606BF4A0}"/>
          </ac:spMkLst>
        </pc:spChg>
        <pc:spChg chg="del">
          <ac:chgData name="耀泉 马" userId="19e30af8d5659de2" providerId="LiveId" clId="{C3594856-CEDA-5129-B2AF-7962E3CA4CA3}" dt="2026-06-07T01:18:49.720" v="426" actId="478"/>
          <ac:spMkLst>
            <pc:docMk/>
            <pc:sldMk cId="2520208814" sldId="269"/>
            <ac:spMk id="22" creationId="{261FFAD7-2A1F-DCDF-8EA3-F78D07CCADA4}"/>
          </ac:spMkLst>
        </pc:spChg>
        <pc:spChg chg="del">
          <ac:chgData name="耀泉 马" userId="19e30af8d5659de2" providerId="LiveId" clId="{C3594856-CEDA-5129-B2AF-7962E3CA4CA3}" dt="2026-06-07T01:18:28.815" v="421" actId="478"/>
          <ac:spMkLst>
            <pc:docMk/>
            <pc:sldMk cId="2520208814" sldId="269"/>
            <ac:spMk id="23" creationId="{6AD59424-05D2-C293-EA26-09ECFFAF1BFF}"/>
          </ac:spMkLst>
        </pc:spChg>
        <pc:spChg chg="del">
          <ac:chgData name="耀泉 马" userId="19e30af8d5659de2" providerId="LiveId" clId="{C3594856-CEDA-5129-B2AF-7962E3CA4CA3}" dt="2026-06-07T01:18:17.800" v="417" actId="478"/>
          <ac:spMkLst>
            <pc:docMk/>
            <pc:sldMk cId="2520208814" sldId="269"/>
            <ac:spMk id="24" creationId="{D518107D-805B-D267-BDB6-8E129BA883B9}"/>
          </ac:spMkLst>
        </pc:spChg>
        <pc:spChg chg="mod">
          <ac:chgData name="耀泉 马" userId="19e30af8d5659de2" providerId="LiveId" clId="{C3594856-CEDA-5129-B2AF-7962E3CA4CA3}" dt="2026-06-07T01:18:26.664" v="420" actId="20577"/>
          <ac:spMkLst>
            <pc:docMk/>
            <pc:sldMk cId="2520208814" sldId="269"/>
            <ac:spMk id="25" creationId="{748A32F2-C437-E888-92C8-096A3BA10FE6}"/>
          </ac:spMkLst>
        </pc:spChg>
        <pc:spChg chg="mod">
          <ac:chgData name="耀泉 马" userId="19e30af8d5659de2" providerId="LiveId" clId="{C3594856-CEDA-5129-B2AF-7962E3CA4CA3}" dt="2026-06-07T01:15:23.259" v="374" actId="1076"/>
          <ac:spMkLst>
            <pc:docMk/>
            <pc:sldMk cId="2520208814" sldId="269"/>
            <ac:spMk id="27" creationId="{29F9B12B-B66D-7EBC-E52C-5AF32253F011}"/>
          </ac:spMkLst>
        </pc:spChg>
        <pc:spChg chg="mod">
          <ac:chgData name="耀泉 马" userId="19e30af8d5659de2" providerId="LiveId" clId="{C3594856-CEDA-5129-B2AF-7962E3CA4CA3}" dt="2026-06-07T01:16:58.206" v="393" actId="14100"/>
          <ac:spMkLst>
            <pc:docMk/>
            <pc:sldMk cId="2520208814" sldId="269"/>
            <ac:spMk id="28" creationId="{74246191-218B-59D5-28B9-08C5A553E4AB}"/>
          </ac:spMkLst>
        </pc:spChg>
        <pc:spChg chg="del">
          <ac:chgData name="耀泉 马" userId="19e30af8d5659de2" providerId="LiveId" clId="{C3594856-CEDA-5129-B2AF-7962E3CA4CA3}" dt="2026-06-07T01:14:22.378" v="328" actId="478"/>
          <ac:spMkLst>
            <pc:docMk/>
            <pc:sldMk cId="2520208814" sldId="269"/>
            <ac:spMk id="30" creationId="{6038256C-1AA6-EC63-E62F-F74233830A7B}"/>
          </ac:spMkLst>
        </pc:spChg>
        <pc:spChg chg="del">
          <ac:chgData name="耀泉 马" userId="19e30af8d5659de2" providerId="LiveId" clId="{C3594856-CEDA-5129-B2AF-7962E3CA4CA3}" dt="2026-06-07T01:14:15.569" v="326" actId="478"/>
          <ac:spMkLst>
            <pc:docMk/>
            <pc:sldMk cId="2520208814" sldId="269"/>
            <ac:spMk id="31" creationId="{DBFAC039-037D-4C96-486D-3F770BA9A34D}"/>
          </ac:spMkLst>
        </pc:spChg>
        <pc:spChg chg="mod">
          <ac:chgData name="耀泉 马" userId="19e30af8d5659de2" providerId="LiveId" clId="{C3594856-CEDA-5129-B2AF-7962E3CA4CA3}" dt="2026-06-07T01:15:17.560" v="373" actId="1076"/>
          <ac:spMkLst>
            <pc:docMk/>
            <pc:sldMk cId="2520208814" sldId="269"/>
            <ac:spMk id="32" creationId="{56267EBA-95C0-4816-3015-1D4382446585}"/>
          </ac:spMkLst>
        </pc:spChg>
        <pc:spChg chg="del mod">
          <ac:chgData name="耀泉 马" userId="19e30af8d5659de2" providerId="LiveId" clId="{C3594856-CEDA-5129-B2AF-7962E3CA4CA3}" dt="2026-06-07T01:16:04.735" v="390" actId="478"/>
          <ac:spMkLst>
            <pc:docMk/>
            <pc:sldMk cId="2520208814" sldId="269"/>
            <ac:spMk id="35" creationId="{2D8480C1-2F70-F60A-67AC-42721230C14D}"/>
          </ac:spMkLst>
        </pc:spChg>
        <pc:spChg chg="del mod">
          <ac:chgData name="耀泉 马" userId="19e30af8d5659de2" providerId="LiveId" clId="{C3594856-CEDA-5129-B2AF-7962E3CA4CA3}" dt="2026-06-07T01:15:59.630" v="388" actId="478"/>
          <ac:spMkLst>
            <pc:docMk/>
            <pc:sldMk cId="2520208814" sldId="269"/>
            <ac:spMk id="36" creationId="{5EA74C87-CAEE-242B-6C4B-04FC944D4389}"/>
          </ac:spMkLst>
        </pc:spChg>
        <pc:spChg chg="del">
          <ac:chgData name="耀泉 马" userId="19e30af8d5659de2" providerId="LiveId" clId="{C3594856-CEDA-5129-B2AF-7962E3CA4CA3}" dt="2026-06-07T01:16:08.460" v="391" actId="478"/>
          <ac:spMkLst>
            <pc:docMk/>
            <pc:sldMk cId="2520208814" sldId="269"/>
            <ac:spMk id="37" creationId="{C0B8F56B-4C30-BABE-5A32-8039D71FA5AA}"/>
          </ac:spMkLst>
        </pc:spChg>
        <pc:spChg chg="del mod">
          <ac:chgData name="耀泉 马" userId="19e30af8d5659de2" providerId="LiveId" clId="{C3594856-CEDA-5129-B2AF-7962E3CA4CA3}" dt="2026-06-07T01:15:55.415" v="383" actId="478"/>
          <ac:spMkLst>
            <pc:docMk/>
            <pc:sldMk cId="2520208814" sldId="269"/>
            <ac:spMk id="38" creationId="{3E4A6964-D361-683B-7155-74E3765A06E3}"/>
          </ac:spMkLst>
        </pc:spChg>
        <pc:spChg chg="del">
          <ac:chgData name="耀泉 马" userId="19e30af8d5659de2" providerId="LiveId" clId="{C3594856-CEDA-5129-B2AF-7962E3CA4CA3}" dt="2026-06-07T01:15:37.408" v="377" actId="478"/>
          <ac:spMkLst>
            <pc:docMk/>
            <pc:sldMk cId="2520208814" sldId="269"/>
            <ac:spMk id="39" creationId="{AC711F8C-08A9-803C-F987-AC59E00B852F}"/>
          </ac:spMkLst>
        </pc:spChg>
        <pc:spChg chg="del">
          <ac:chgData name="耀泉 马" userId="19e30af8d5659de2" providerId="LiveId" clId="{C3594856-CEDA-5129-B2AF-7962E3CA4CA3}" dt="2026-06-07T01:15:43.017" v="379" actId="478"/>
          <ac:spMkLst>
            <pc:docMk/>
            <pc:sldMk cId="2520208814" sldId="269"/>
            <ac:spMk id="40" creationId="{FA6ED6E1-07C5-ED54-CB01-B349016B8303}"/>
          </ac:spMkLst>
        </pc:spChg>
        <pc:spChg chg="del">
          <ac:chgData name="耀泉 马" userId="19e30af8d5659de2" providerId="LiveId" clId="{C3594856-CEDA-5129-B2AF-7962E3CA4CA3}" dt="2026-06-07T01:14:17.967" v="327" actId="478"/>
          <ac:spMkLst>
            <pc:docMk/>
            <pc:sldMk cId="2520208814" sldId="269"/>
            <ac:spMk id="41" creationId="{F07996E1-2B27-1384-7797-6F407E762D4B}"/>
          </ac:spMkLst>
        </pc:spChg>
        <pc:spChg chg="del">
          <ac:chgData name="耀泉 马" userId="19e30af8d5659de2" providerId="LiveId" clId="{C3594856-CEDA-5129-B2AF-7962E3CA4CA3}" dt="2026-06-07T01:14:25.440" v="329" actId="478"/>
          <ac:spMkLst>
            <pc:docMk/>
            <pc:sldMk cId="2520208814" sldId="269"/>
            <ac:spMk id="43" creationId="{794A7D20-DF9C-902B-76DE-4C2549AD4CD2}"/>
          </ac:spMkLst>
        </pc:spChg>
        <pc:spChg chg="del mod">
          <ac:chgData name="耀泉 马" userId="19e30af8d5659de2" providerId="LiveId" clId="{C3594856-CEDA-5129-B2AF-7962E3CA4CA3}" dt="2026-06-07T01:12:58.017" v="257" actId="478"/>
          <ac:spMkLst>
            <pc:docMk/>
            <pc:sldMk cId="2520208814" sldId="269"/>
            <ac:spMk id="44" creationId="{A9620F29-A9F3-DC17-CC59-3E0C902A4E16}"/>
          </ac:spMkLst>
        </pc:spChg>
        <pc:spChg chg="del">
          <ac:chgData name="耀泉 马" userId="19e30af8d5659de2" providerId="LiveId" clId="{C3594856-CEDA-5129-B2AF-7962E3CA4CA3}" dt="2026-06-07T01:14:12.420" v="325" actId="478"/>
          <ac:spMkLst>
            <pc:docMk/>
            <pc:sldMk cId="2520208814" sldId="269"/>
            <ac:spMk id="45" creationId="{DFCCC239-6909-EAE5-83C4-939F094757F3}"/>
          </ac:spMkLst>
        </pc:spChg>
        <pc:spChg chg="mod">
          <ac:chgData name="耀泉 马" userId="19e30af8d5659de2" providerId="LiveId" clId="{C3594856-CEDA-5129-B2AF-7962E3CA4CA3}" dt="2026-06-07T01:17:17.585" v="398" actId="14100"/>
          <ac:spMkLst>
            <pc:docMk/>
            <pc:sldMk cId="2520208814" sldId="269"/>
            <ac:spMk id="48" creationId="{D30444A5-0C0D-9572-79AF-A77539276A4E}"/>
          </ac:spMkLst>
        </pc:spChg>
        <pc:spChg chg="mod">
          <ac:chgData name="耀泉 马" userId="19e30af8d5659de2" providerId="LiveId" clId="{C3594856-CEDA-5129-B2AF-7962E3CA4CA3}" dt="2026-06-07T01:13:07.652" v="264" actId="20577"/>
          <ac:spMkLst>
            <pc:docMk/>
            <pc:sldMk cId="2520208814" sldId="269"/>
            <ac:spMk id="49" creationId="{2B64B246-4645-6E34-859D-931C92127139}"/>
          </ac:spMkLst>
        </pc:spChg>
        <pc:spChg chg="mod">
          <ac:chgData name="耀泉 马" userId="19e30af8d5659de2" providerId="LiveId" clId="{C3594856-CEDA-5129-B2AF-7962E3CA4CA3}" dt="2026-06-07T01:17:22.955" v="407" actId="1038"/>
          <ac:spMkLst>
            <pc:docMk/>
            <pc:sldMk cId="2520208814" sldId="269"/>
            <ac:spMk id="50" creationId="{81950795-4B63-A759-31AB-8073B5454FC5}"/>
          </ac:spMkLst>
        </pc:spChg>
        <pc:spChg chg="del">
          <ac:chgData name="耀泉 马" userId="19e30af8d5659de2" providerId="LiveId" clId="{C3594856-CEDA-5129-B2AF-7962E3CA4CA3}" dt="2026-06-07T01:17:11.979" v="397" actId="478"/>
          <ac:spMkLst>
            <pc:docMk/>
            <pc:sldMk cId="2520208814" sldId="269"/>
            <ac:spMk id="52" creationId="{33DECD78-01BE-A57C-A23E-925D19391546}"/>
          </ac:spMkLst>
        </pc:spChg>
        <pc:spChg chg="del mod">
          <ac:chgData name="耀泉 马" userId="19e30af8d5659de2" providerId="LiveId" clId="{C3594856-CEDA-5129-B2AF-7962E3CA4CA3}" dt="2026-06-07T01:17:09.281" v="396" actId="478"/>
          <ac:spMkLst>
            <pc:docMk/>
            <pc:sldMk cId="2520208814" sldId="269"/>
            <ac:spMk id="53" creationId="{01769014-EA9A-B290-0AF3-4194959F3DC1}"/>
          </ac:spMkLst>
        </pc:spChg>
        <pc:spChg chg="del">
          <ac:chgData name="耀泉 马" userId="19e30af8d5659de2" providerId="LiveId" clId="{C3594856-CEDA-5129-B2AF-7962E3CA4CA3}" dt="2026-06-07T01:17:05.993" v="395" actId="478"/>
          <ac:spMkLst>
            <pc:docMk/>
            <pc:sldMk cId="2520208814" sldId="269"/>
            <ac:spMk id="54" creationId="{6935DBBE-C5E2-EB1D-4460-32090FFF38AA}"/>
          </ac:spMkLst>
        </pc:spChg>
        <pc:spChg chg="del">
          <ac:chgData name="耀泉 马" userId="19e30af8d5659de2" providerId="LiveId" clId="{C3594856-CEDA-5129-B2AF-7962E3CA4CA3}" dt="2026-06-07T01:14:44.499" v="333" actId="478"/>
          <ac:spMkLst>
            <pc:docMk/>
            <pc:sldMk cId="2520208814" sldId="269"/>
            <ac:spMk id="56" creationId="{0102828A-1ABA-01F6-3905-5612AC871E7B}"/>
          </ac:spMkLst>
        </pc:spChg>
        <pc:spChg chg="del">
          <ac:chgData name="耀泉 马" userId="19e30af8d5659de2" providerId="LiveId" clId="{C3594856-CEDA-5129-B2AF-7962E3CA4CA3}" dt="2026-06-07T01:14:49.409" v="334" actId="478"/>
          <ac:spMkLst>
            <pc:docMk/>
            <pc:sldMk cId="2520208814" sldId="269"/>
            <ac:spMk id="57" creationId="{0896D3B1-1149-7AAF-D435-F0B0D8CF3398}"/>
          </ac:spMkLst>
        </pc:spChg>
        <pc:spChg chg="mod">
          <ac:chgData name="耀泉 马" userId="19e30af8d5659de2" providerId="LiveId" clId="{C3594856-CEDA-5129-B2AF-7962E3CA4CA3}" dt="2026-06-07T01:13:57.085" v="322" actId="20577"/>
          <ac:spMkLst>
            <pc:docMk/>
            <pc:sldMk cId="2520208814" sldId="269"/>
            <ac:spMk id="58" creationId="{5094ABE6-D8ED-C8AF-2B47-DD28512A002D}"/>
          </ac:spMkLst>
        </pc:spChg>
        <pc:spChg chg="del">
          <ac:chgData name="耀泉 马" userId="19e30af8d5659de2" providerId="LiveId" clId="{C3594856-CEDA-5129-B2AF-7962E3CA4CA3}" dt="2026-06-07T01:14:58.409" v="336" actId="478"/>
          <ac:spMkLst>
            <pc:docMk/>
            <pc:sldMk cId="2520208814" sldId="269"/>
            <ac:spMk id="59" creationId="{AF90B0BA-60B3-5CB4-BECE-914D5BE2F8AC}"/>
          </ac:spMkLst>
        </pc:spChg>
        <pc:spChg chg="del mod">
          <ac:chgData name="耀泉 马" userId="19e30af8d5659de2" providerId="LiveId" clId="{C3594856-CEDA-5129-B2AF-7962E3CA4CA3}" dt="2026-06-07T01:14:03.929" v="324" actId="478"/>
          <ac:spMkLst>
            <pc:docMk/>
            <pc:sldMk cId="2520208814" sldId="269"/>
            <ac:spMk id="60" creationId="{A9AF9BD4-3B79-37A5-CE55-2097D3AF9D15}"/>
          </ac:spMkLst>
        </pc:spChg>
        <pc:spChg chg="del">
          <ac:chgData name="耀泉 马" userId="19e30af8d5659de2" providerId="LiveId" clId="{C3594856-CEDA-5129-B2AF-7962E3CA4CA3}" dt="2026-06-07T01:12:05.072" v="238" actId="478"/>
          <ac:spMkLst>
            <pc:docMk/>
            <pc:sldMk cId="2520208814" sldId="269"/>
            <ac:spMk id="62" creationId="{D6DC862B-8BBF-064B-38E9-780524B56975}"/>
          </ac:spMkLst>
        </pc:spChg>
        <pc:spChg chg="del">
          <ac:chgData name="耀泉 马" userId="19e30af8d5659de2" providerId="LiveId" clId="{C3594856-CEDA-5129-B2AF-7962E3CA4CA3}" dt="2026-06-07T01:13:49.928" v="320" actId="478"/>
          <ac:spMkLst>
            <pc:docMk/>
            <pc:sldMk cId="2520208814" sldId="269"/>
            <ac:spMk id="63" creationId="{AFED54B0-1F83-12CB-2A23-6B30E45ADF1F}"/>
          </ac:spMkLst>
        </pc:spChg>
        <pc:spChg chg="del">
          <ac:chgData name="耀泉 马" userId="19e30af8d5659de2" providerId="LiveId" clId="{C3594856-CEDA-5129-B2AF-7962E3CA4CA3}" dt="2026-06-07T01:17:52.056" v="409" actId="478"/>
          <ac:spMkLst>
            <pc:docMk/>
            <pc:sldMk cId="2520208814" sldId="269"/>
            <ac:spMk id="65" creationId="{4271E24D-6AB6-3146-A581-6087DCCBE395}"/>
          </ac:spMkLst>
        </pc:spChg>
        <pc:spChg chg="del">
          <ac:chgData name="耀泉 马" userId="19e30af8d5659de2" providerId="LiveId" clId="{C3594856-CEDA-5129-B2AF-7962E3CA4CA3}" dt="2026-06-07T01:17:54.554" v="410" actId="478"/>
          <ac:spMkLst>
            <pc:docMk/>
            <pc:sldMk cId="2520208814" sldId="269"/>
            <ac:spMk id="66" creationId="{86188467-631E-1B66-9CD6-0ED414DC85D3}"/>
          </ac:spMkLst>
        </pc:spChg>
        <pc:spChg chg="del mod">
          <ac:chgData name="耀泉 马" userId="19e30af8d5659de2" providerId="LiveId" clId="{C3594856-CEDA-5129-B2AF-7962E3CA4CA3}" dt="2026-06-07T01:17:56.470" v="411" actId="478"/>
          <ac:spMkLst>
            <pc:docMk/>
            <pc:sldMk cId="2520208814" sldId="269"/>
            <ac:spMk id="67" creationId="{CEEF7DB0-2392-E1B6-8F1F-00EA3F217D8D}"/>
          </ac:spMkLst>
        </pc:spChg>
        <pc:spChg chg="del">
          <ac:chgData name="耀泉 马" userId="19e30af8d5659de2" providerId="LiveId" clId="{C3594856-CEDA-5129-B2AF-7962E3CA4CA3}" dt="2026-06-07T01:19:16.366" v="432" actId="478"/>
          <ac:spMkLst>
            <pc:docMk/>
            <pc:sldMk cId="2520208814" sldId="269"/>
            <ac:spMk id="68" creationId="{8B0A2D90-9369-6B8F-100A-9206A9B48037}"/>
          </ac:spMkLst>
        </pc:spChg>
        <pc:spChg chg="del">
          <ac:chgData name="耀泉 马" userId="19e30af8d5659de2" providerId="LiveId" clId="{C3594856-CEDA-5129-B2AF-7962E3CA4CA3}" dt="2026-06-07T01:17:58.750" v="412" actId="478"/>
          <ac:spMkLst>
            <pc:docMk/>
            <pc:sldMk cId="2520208814" sldId="269"/>
            <ac:spMk id="69" creationId="{A1BB5EDA-4895-0186-CB1D-0F7E2373C77A}"/>
          </ac:spMkLst>
        </pc:spChg>
        <pc:spChg chg="del">
          <ac:chgData name="耀泉 马" userId="19e30af8d5659de2" providerId="LiveId" clId="{C3594856-CEDA-5129-B2AF-7962E3CA4CA3}" dt="2026-06-07T01:19:14.527" v="431" actId="478"/>
          <ac:spMkLst>
            <pc:docMk/>
            <pc:sldMk cId="2520208814" sldId="269"/>
            <ac:spMk id="70" creationId="{60180368-CD56-CB83-7922-29E2A47D4804}"/>
          </ac:spMkLst>
        </pc:spChg>
        <pc:spChg chg="del">
          <ac:chgData name="耀泉 马" userId="19e30af8d5659de2" providerId="LiveId" clId="{C3594856-CEDA-5129-B2AF-7962E3CA4CA3}" dt="2026-06-07T01:19:49.546" v="447" actId="478"/>
          <ac:spMkLst>
            <pc:docMk/>
            <pc:sldMk cId="2520208814" sldId="269"/>
            <ac:spMk id="71" creationId="{53BA7428-E984-4AD8-D8D2-AD7B91FA1D06}"/>
          </ac:spMkLst>
        </pc:spChg>
        <pc:spChg chg="del">
          <ac:chgData name="耀泉 马" userId="19e30af8d5659de2" providerId="LiveId" clId="{C3594856-CEDA-5129-B2AF-7962E3CA4CA3}" dt="2026-06-07T01:19:31.326" v="438" actId="478"/>
          <ac:spMkLst>
            <pc:docMk/>
            <pc:sldMk cId="2520208814" sldId="269"/>
            <ac:spMk id="72" creationId="{79F86404-B8AD-EE35-3235-D16229B4BF14}"/>
          </ac:spMkLst>
        </pc:spChg>
        <pc:spChg chg="del">
          <ac:chgData name="耀泉 马" userId="19e30af8d5659de2" providerId="LiveId" clId="{C3594856-CEDA-5129-B2AF-7962E3CA4CA3}" dt="2026-06-07T01:19:23.133" v="435" actId="478"/>
          <ac:spMkLst>
            <pc:docMk/>
            <pc:sldMk cId="2520208814" sldId="269"/>
            <ac:spMk id="73" creationId="{A3A97317-70F9-267D-11B7-101FC6E403CC}"/>
          </ac:spMkLst>
        </pc:spChg>
        <pc:spChg chg="add mod">
          <ac:chgData name="耀泉 马" userId="19e30af8d5659de2" providerId="LiveId" clId="{C3594856-CEDA-5129-B2AF-7962E3CA4CA3}" dt="2026-06-07T01:54:34.586" v="888" actId="1037"/>
          <ac:spMkLst>
            <pc:docMk/>
            <pc:sldMk cId="2520208814" sldId="269"/>
            <ac:spMk id="94" creationId="{E6FD5FE4-87AE-7C7D-3732-307D2C1DA2B0}"/>
          </ac:spMkLst>
        </pc:spChg>
        <pc:spChg chg="add mod">
          <ac:chgData name="耀泉 马" userId="19e30af8d5659de2" providerId="LiveId" clId="{C3594856-CEDA-5129-B2AF-7962E3CA4CA3}" dt="2026-06-07T02:07:18.742" v="1099" actId="1037"/>
          <ac:spMkLst>
            <pc:docMk/>
            <pc:sldMk cId="2520208814" sldId="269"/>
            <ac:spMk id="96" creationId="{BCCF3236-A221-B990-DA6A-474540A36AC7}"/>
          </ac:spMkLst>
        </pc:spChg>
        <pc:spChg chg="add del mod">
          <ac:chgData name="耀泉 马" userId="19e30af8d5659de2" providerId="LiveId" clId="{C3594856-CEDA-5129-B2AF-7962E3CA4CA3}" dt="2026-06-07T01:48:12.386" v="727" actId="478"/>
          <ac:spMkLst>
            <pc:docMk/>
            <pc:sldMk cId="2520208814" sldId="269"/>
            <ac:spMk id="97" creationId="{AB118745-72FF-1B22-069A-AEED64F92244}"/>
          </ac:spMkLst>
        </pc:spChg>
        <pc:spChg chg="add mod">
          <ac:chgData name="耀泉 马" userId="19e30af8d5659de2" providerId="LiveId" clId="{C3594856-CEDA-5129-B2AF-7962E3CA4CA3}" dt="2026-06-07T02:19:36.862" v="1369" actId="207"/>
          <ac:spMkLst>
            <pc:docMk/>
            <pc:sldMk cId="2520208814" sldId="269"/>
            <ac:spMk id="98" creationId="{5B80560D-7226-7073-5026-287D56BD0A19}"/>
          </ac:spMkLst>
        </pc:spChg>
        <pc:spChg chg="add mod">
          <ac:chgData name="耀泉 马" userId="19e30af8d5659de2" providerId="LiveId" clId="{C3594856-CEDA-5129-B2AF-7962E3CA4CA3}" dt="2026-06-07T02:36:23.837" v="1700" actId="14100"/>
          <ac:spMkLst>
            <pc:docMk/>
            <pc:sldMk cId="2520208814" sldId="269"/>
            <ac:spMk id="99" creationId="{29298D02-0D7B-A3E5-8525-20BA77383CAE}"/>
          </ac:spMkLst>
        </pc:spChg>
        <pc:spChg chg="add mod">
          <ac:chgData name="耀泉 马" userId="19e30af8d5659de2" providerId="LiveId" clId="{C3594856-CEDA-5129-B2AF-7962E3CA4CA3}" dt="2026-06-07T02:47:12.667" v="1849" actId="1036"/>
          <ac:spMkLst>
            <pc:docMk/>
            <pc:sldMk cId="2520208814" sldId="269"/>
            <ac:spMk id="100" creationId="{C898C339-698F-CEBE-1C2E-2BA2CBA0426C}"/>
          </ac:spMkLst>
        </pc:spChg>
        <pc:spChg chg="add mod">
          <ac:chgData name="耀泉 马" userId="19e30af8d5659de2" providerId="LiveId" clId="{C3594856-CEDA-5129-B2AF-7962E3CA4CA3}" dt="2026-06-07T02:07:13.002" v="1082" actId="14100"/>
          <ac:spMkLst>
            <pc:docMk/>
            <pc:sldMk cId="2520208814" sldId="269"/>
            <ac:spMk id="108" creationId="{07CA554A-2E36-44E7-2695-33EC01B84569}"/>
          </ac:spMkLst>
        </pc:spChg>
        <pc:spChg chg="add mod">
          <ac:chgData name="耀泉 马" userId="19e30af8d5659de2" providerId="LiveId" clId="{C3594856-CEDA-5129-B2AF-7962E3CA4CA3}" dt="2026-06-07T02:07:23.053" v="1100" actId="1076"/>
          <ac:spMkLst>
            <pc:docMk/>
            <pc:sldMk cId="2520208814" sldId="269"/>
            <ac:spMk id="109" creationId="{8992D15B-AAEE-242C-B6AC-9AB31962A241}"/>
          </ac:spMkLst>
        </pc:spChg>
        <pc:spChg chg="add mod">
          <ac:chgData name="耀泉 马" userId="19e30af8d5659de2" providerId="LiveId" clId="{C3594856-CEDA-5129-B2AF-7962E3CA4CA3}" dt="2026-06-07T02:47:39.635" v="1867" actId="1076"/>
          <ac:spMkLst>
            <pc:docMk/>
            <pc:sldMk cId="2520208814" sldId="269"/>
            <ac:spMk id="110" creationId="{7EBC1A99-CCAC-5D05-EE4D-75D7F43BB26C}"/>
          </ac:spMkLst>
        </pc:spChg>
        <pc:spChg chg="add mod">
          <ac:chgData name="耀泉 马" userId="19e30af8d5659de2" providerId="LiveId" clId="{C3594856-CEDA-5129-B2AF-7962E3CA4CA3}" dt="2026-06-07T02:47:26.018" v="1853" actId="1076"/>
          <ac:spMkLst>
            <pc:docMk/>
            <pc:sldMk cId="2520208814" sldId="269"/>
            <ac:spMk id="111" creationId="{615B0621-85FA-801B-74E5-9ED5E3E83454}"/>
          </ac:spMkLst>
        </pc:spChg>
        <pc:spChg chg="add mod">
          <ac:chgData name="耀泉 马" userId="19e30af8d5659de2" providerId="LiveId" clId="{C3594856-CEDA-5129-B2AF-7962E3CA4CA3}" dt="2026-06-07T01:54:49.338" v="890" actId="1076"/>
          <ac:spMkLst>
            <pc:docMk/>
            <pc:sldMk cId="2520208814" sldId="269"/>
            <ac:spMk id="112" creationId="{83AA4F44-F259-B634-F88D-F1C904477A0F}"/>
          </ac:spMkLst>
        </pc:spChg>
        <pc:spChg chg="add mod">
          <ac:chgData name="耀泉 马" userId="19e30af8d5659de2" providerId="LiveId" clId="{C3594856-CEDA-5129-B2AF-7962E3CA4CA3}" dt="2026-06-07T01:57:21.046" v="931" actId="1037"/>
          <ac:spMkLst>
            <pc:docMk/>
            <pc:sldMk cId="2520208814" sldId="269"/>
            <ac:spMk id="114" creationId="{87B42F7E-263E-0B6A-902D-F0F9D3DF2A46}"/>
          </ac:spMkLst>
        </pc:spChg>
        <pc:spChg chg="add mod">
          <ac:chgData name="耀泉 马" userId="19e30af8d5659de2" providerId="LiveId" clId="{C3594856-CEDA-5129-B2AF-7962E3CA4CA3}" dt="2026-06-07T02:00:38.377" v="1004" actId="1076"/>
          <ac:spMkLst>
            <pc:docMk/>
            <pc:sldMk cId="2520208814" sldId="269"/>
            <ac:spMk id="116" creationId="{63997B99-74B0-040E-B52E-D4343DB5A519}"/>
          </ac:spMkLst>
        </pc:spChg>
        <pc:spChg chg="add del">
          <ac:chgData name="耀泉 马" userId="19e30af8d5659de2" providerId="LiveId" clId="{C3594856-CEDA-5129-B2AF-7962E3CA4CA3}" dt="2026-06-07T02:00:56.027" v="1018" actId="11529"/>
          <ac:spMkLst>
            <pc:docMk/>
            <pc:sldMk cId="2520208814" sldId="269"/>
            <ac:spMk id="118" creationId="{08940780-DD07-F3E5-9169-0599D5BC004E}"/>
          </ac:spMkLst>
        </pc:spChg>
        <pc:spChg chg="add mod">
          <ac:chgData name="耀泉 马" userId="19e30af8d5659de2" providerId="LiveId" clId="{C3594856-CEDA-5129-B2AF-7962E3CA4CA3}" dt="2026-06-07T02:01:32.275" v="1031" actId="1037"/>
          <ac:spMkLst>
            <pc:docMk/>
            <pc:sldMk cId="2520208814" sldId="269"/>
            <ac:spMk id="119" creationId="{4736DC92-8B38-D0DB-E31C-F99C86253667}"/>
          </ac:spMkLst>
        </pc:spChg>
        <pc:spChg chg="add mod">
          <ac:chgData name="耀泉 马" userId="19e30af8d5659de2" providerId="LiveId" clId="{C3594856-CEDA-5129-B2AF-7962E3CA4CA3}" dt="2026-06-07T02:47:35.815" v="1865" actId="1037"/>
          <ac:spMkLst>
            <pc:docMk/>
            <pc:sldMk cId="2520208814" sldId="269"/>
            <ac:spMk id="137" creationId="{26040C58-425C-5001-889E-177C33309617}"/>
          </ac:spMkLst>
        </pc:spChg>
        <pc:spChg chg="add mod">
          <ac:chgData name="耀泉 马" userId="19e30af8d5659de2" providerId="LiveId" clId="{C3594856-CEDA-5129-B2AF-7962E3CA4CA3}" dt="2026-06-07T02:47:35.815" v="1865" actId="1037"/>
          <ac:spMkLst>
            <pc:docMk/>
            <pc:sldMk cId="2520208814" sldId="269"/>
            <ac:spMk id="141" creationId="{E58912BB-F314-8295-1A6C-5CB7AAC9F65F}"/>
          </ac:spMkLst>
        </pc:spChg>
        <pc:spChg chg="add mod">
          <ac:chgData name="耀泉 马" userId="19e30af8d5659de2" providerId="LiveId" clId="{C3594856-CEDA-5129-B2AF-7962E3CA4CA3}" dt="2026-06-07T02:48:05.615" v="1870" actId="1076"/>
          <ac:spMkLst>
            <pc:docMk/>
            <pc:sldMk cId="2520208814" sldId="269"/>
            <ac:spMk id="142" creationId="{161178A5-B23A-8F83-2A37-25756566DBCF}"/>
          </ac:spMkLst>
        </pc:spChg>
        <pc:spChg chg="add mod">
          <ac:chgData name="耀泉 马" userId="19e30af8d5659de2" providerId="LiveId" clId="{C3594856-CEDA-5129-B2AF-7962E3CA4CA3}" dt="2026-06-07T02:47:35.815" v="1865" actId="1037"/>
          <ac:spMkLst>
            <pc:docMk/>
            <pc:sldMk cId="2520208814" sldId="269"/>
            <ac:spMk id="143" creationId="{06C00B86-FCCF-0594-552F-1B2AA1C69644}"/>
          </ac:spMkLst>
        </pc:spChg>
        <pc:spChg chg="add mod">
          <ac:chgData name="耀泉 马" userId="19e30af8d5659de2" providerId="LiveId" clId="{C3594856-CEDA-5129-B2AF-7962E3CA4CA3}" dt="2026-06-07T02:47:21.095" v="1852" actId="14100"/>
          <ac:spMkLst>
            <pc:docMk/>
            <pc:sldMk cId="2520208814" sldId="269"/>
            <ac:spMk id="144" creationId="{2CD0A8B5-A948-56DE-4F7B-338BE23AE60D}"/>
          </ac:spMkLst>
        </pc:spChg>
        <pc:spChg chg="add mod">
          <ac:chgData name="耀泉 马" userId="19e30af8d5659de2" providerId="LiveId" clId="{C3594856-CEDA-5129-B2AF-7962E3CA4CA3}" dt="2026-06-07T02:43:49.939" v="1787" actId="1076"/>
          <ac:spMkLst>
            <pc:docMk/>
            <pc:sldMk cId="2520208814" sldId="269"/>
            <ac:spMk id="145" creationId="{F469385C-D6E3-CE87-4D9A-592AAFD329E4}"/>
          </ac:spMkLst>
        </pc:spChg>
        <pc:spChg chg="add mod">
          <ac:chgData name="耀泉 马" userId="19e30af8d5659de2" providerId="LiveId" clId="{C3594856-CEDA-5129-B2AF-7962E3CA4CA3}" dt="2026-06-07T02:47:43.744" v="1868" actId="1076"/>
          <ac:spMkLst>
            <pc:docMk/>
            <pc:sldMk cId="2520208814" sldId="269"/>
            <ac:spMk id="147" creationId="{FA9691AB-BFEC-1BE3-5A87-305AF1D91BB3}"/>
          </ac:spMkLst>
        </pc:spChg>
        <pc:spChg chg="add del mod">
          <ac:chgData name="耀泉 马" userId="19e30af8d5659de2" providerId="LiveId" clId="{C3594856-CEDA-5129-B2AF-7962E3CA4CA3}" dt="2026-06-07T02:27:34.392" v="1516"/>
          <ac:spMkLst>
            <pc:docMk/>
            <pc:sldMk cId="2520208814" sldId="269"/>
            <ac:spMk id="148" creationId="{C405711E-75F7-0788-AED1-1C6AC0478B93}"/>
          </ac:spMkLst>
        </pc:spChg>
        <pc:spChg chg="add del mod">
          <ac:chgData name="耀泉 马" userId="19e30af8d5659de2" providerId="LiveId" clId="{C3594856-CEDA-5129-B2AF-7962E3CA4CA3}" dt="2026-06-07T02:29:20.391" v="1534"/>
          <ac:spMkLst>
            <pc:docMk/>
            <pc:sldMk cId="2520208814" sldId="269"/>
            <ac:spMk id="149" creationId="{47A81744-2230-B7A8-D80B-7CE3C37685C9}"/>
          </ac:spMkLst>
        </pc:spChg>
        <pc:spChg chg="add mod">
          <ac:chgData name="耀泉 马" userId="19e30af8d5659de2" providerId="LiveId" clId="{C3594856-CEDA-5129-B2AF-7962E3CA4CA3}" dt="2026-06-08T11:19:32.858" v="1915" actId="1037"/>
          <ac:spMkLst>
            <pc:docMk/>
            <pc:sldMk cId="2520208814" sldId="269"/>
            <ac:spMk id="150" creationId="{5E1C9B84-61FD-6346-1911-F5229E8BA03F}"/>
          </ac:spMkLst>
        </pc:spChg>
        <pc:spChg chg="add del">
          <ac:chgData name="耀泉 马" userId="19e30af8d5659de2" providerId="LiveId" clId="{C3594856-CEDA-5129-B2AF-7962E3CA4CA3}" dt="2026-06-07T02:19:22.922" v="1368" actId="11529"/>
          <ac:spMkLst>
            <pc:docMk/>
            <pc:sldMk cId="2520208814" sldId="269"/>
            <ac:spMk id="151" creationId="{6061118C-A3A0-9348-C885-E7C2B1612B8D}"/>
          </ac:spMkLst>
        </pc:spChg>
        <pc:spChg chg="add del mod">
          <ac:chgData name="耀泉 马" userId="19e30af8d5659de2" providerId="LiveId" clId="{C3594856-CEDA-5129-B2AF-7962E3CA4CA3}" dt="2026-06-07T02:24:52.226" v="1483"/>
          <ac:spMkLst>
            <pc:docMk/>
            <pc:sldMk cId="2520208814" sldId="269"/>
            <ac:spMk id="153" creationId="{1E81414C-2F79-878F-CDBC-BE2C16D0F406}"/>
          </ac:spMkLst>
        </pc:spChg>
        <pc:spChg chg="add mod">
          <ac:chgData name="耀泉 马" userId="19e30af8d5659de2" providerId="LiveId" clId="{C3594856-CEDA-5129-B2AF-7962E3CA4CA3}" dt="2026-06-08T11:19:32.858" v="1915" actId="1037"/>
          <ac:spMkLst>
            <pc:docMk/>
            <pc:sldMk cId="2520208814" sldId="269"/>
            <ac:spMk id="155" creationId="{A612EF7E-0F09-5D74-B404-DAD3FB3A3D85}"/>
          </ac:spMkLst>
        </pc:spChg>
        <pc:spChg chg="add mod">
          <ac:chgData name="耀泉 马" userId="19e30af8d5659de2" providerId="LiveId" clId="{C3594856-CEDA-5129-B2AF-7962E3CA4CA3}" dt="2026-06-08T11:19:32.858" v="1915" actId="1037"/>
          <ac:spMkLst>
            <pc:docMk/>
            <pc:sldMk cId="2520208814" sldId="269"/>
            <ac:spMk id="156" creationId="{A7CCDA6B-8DAC-6779-0300-D1ABD7723CD6}"/>
          </ac:spMkLst>
        </pc:spChg>
        <pc:spChg chg="add mod">
          <ac:chgData name="耀泉 马" userId="19e30af8d5659de2" providerId="LiveId" clId="{C3594856-CEDA-5129-B2AF-7962E3CA4CA3}" dt="2026-06-08T11:19:32.858" v="1915" actId="1037"/>
          <ac:spMkLst>
            <pc:docMk/>
            <pc:sldMk cId="2520208814" sldId="269"/>
            <ac:spMk id="157" creationId="{5C1EE247-48DB-9F98-AC2E-0AD24F1C6681}"/>
          </ac:spMkLst>
        </pc:spChg>
        <pc:spChg chg="add mod">
          <ac:chgData name="耀泉 马" userId="19e30af8d5659de2" providerId="LiveId" clId="{C3594856-CEDA-5129-B2AF-7962E3CA4CA3}" dt="2026-06-08T11:19:32.858" v="1915" actId="1037"/>
          <ac:spMkLst>
            <pc:docMk/>
            <pc:sldMk cId="2520208814" sldId="269"/>
            <ac:spMk id="158" creationId="{AEC27C49-4E47-3B27-07CC-C452DF03CD96}"/>
          </ac:spMkLst>
        </pc:spChg>
        <pc:spChg chg="add mod">
          <ac:chgData name="耀泉 马" userId="19e30af8d5659de2" providerId="LiveId" clId="{C3594856-CEDA-5129-B2AF-7962E3CA4CA3}" dt="2026-06-08T11:19:32.858" v="1915" actId="1037"/>
          <ac:spMkLst>
            <pc:docMk/>
            <pc:sldMk cId="2520208814" sldId="269"/>
            <ac:spMk id="159" creationId="{4241A81B-9F61-A630-8B8A-BE611C0C9531}"/>
          </ac:spMkLst>
        </pc:spChg>
        <pc:spChg chg="add mod">
          <ac:chgData name="耀泉 马" userId="19e30af8d5659de2" providerId="LiveId" clId="{C3594856-CEDA-5129-B2AF-7962E3CA4CA3}" dt="2026-06-08T11:19:32.858" v="1915" actId="1037"/>
          <ac:spMkLst>
            <pc:docMk/>
            <pc:sldMk cId="2520208814" sldId="269"/>
            <ac:spMk id="160" creationId="{C66CD70B-3997-E535-C310-3F86D9F14847}"/>
          </ac:spMkLst>
        </pc:spChg>
        <pc:spChg chg="add del mod">
          <ac:chgData name="耀泉 马" userId="19e30af8d5659de2" providerId="LiveId" clId="{C3594856-CEDA-5129-B2AF-7962E3CA4CA3}" dt="2026-06-07T02:41:42.692" v="1746" actId="478"/>
          <ac:spMkLst>
            <pc:docMk/>
            <pc:sldMk cId="2520208814" sldId="269"/>
            <ac:spMk id="189" creationId="{B756FF63-97EF-C700-8CB4-07D97C8176E8}"/>
          </ac:spMkLst>
        </pc:spChg>
        <pc:spChg chg="add mod">
          <ac:chgData name="耀泉 马" userId="19e30af8d5659de2" providerId="LiveId" clId="{C3594856-CEDA-5129-B2AF-7962E3CA4CA3}" dt="2026-06-08T11:19:32.858" v="1915" actId="1037"/>
          <ac:spMkLst>
            <pc:docMk/>
            <pc:sldMk cId="2520208814" sldId="269"/>
            <ac:spMk id="194" creationId="{EB88069A-90E2-5118-D313-922CE526AB5A}"/>
          </ac:spMkLst>
        </pc:spChg>
        <pc:spChg chg="add mod">
          <ac:chgData name="耀泉 马" userId="19e30af8d5659de2" providerId="LiveId" clId="{C3594856-CEDA-5129-B2AF-7962E3CA4CA3}" dt="2026-06-07T02:48:51.993" v="1888" actId="1038"/>
          <ac:spMkLst>
            <pc:docMk/>
            <pc:sldMk cId="2520208814" sldId="269"/>
            <ac:spMk id="196" creationId="{440EBA3A-420D-42CD-11AE-51A627FB67B3}"/>
          </ac:spMkLst>
        </pc:spChg>
        <pc:grpChg chg="add del mod">
          <ac:chgData name="耀泉 马" userId="19e30af8d5659de2" providerId="LiveId" clId="{C3594856-CEDA-5129-B2AF-7962E3CA4CA3}" dt="2026-06-07T01:26:46.652" v="453" actId="478"/>
          <ac:grpSpMkLst>
            <pc:docMk/>
            <pc:sldMk cId="2520208814" sldId="269"/>
            <ac:grpSpMk id="8" creationId="{56173242-3AD7-3B66-D3BB-A87996625E5B}"/>
          </ac:grpSpMkLst>
        </pc:grpChg>
        <pc:grpChg chg="del">
          <ac:chgData name="耀泉 马" userId="19e30af8d5659de2" providerId="LiveId" clId="{C3594856-CEDA-5129-B2AF-7962E3CA4CA3}" dt="2026-06-07T01:19:49.546" v="447" actId="478"/>
          <ac:grpSpMkLst>
            <pc:docMk/>
            <pc:sldMk cId="2520208814" sldId="269"/>
            <ac:grpSpMk id="55" creationId="{E15138D2-E3A9-89E1-2DFA-A32C39D67D78}"/>
          </ac:grpSpMkLst>
        </pc:grpChg>
        <pc:graphicFrameChg chg="add del mod">
          <ac:chgData name="耀泉 马" userId="19e30af8d5659de2" providerId="LiveId" clId="{C3594856-CEDA-5129-B2AF-7962E3CA4CA3}" dt="2026-06-07T01:11:30.534" v="236" actId="478"/>
          <ac:graphicFrameMkLst>
            <pc:docMk/>
            <pc:sldMk cId="2520208814" sldId="269"/>
            <ac:graphicFrameMk id="4" creationId="{5B6B0BB7-FBEA-8EE6-DD80-132153975AF2}"/>
          </ac:graphicFrameMkLst>
        </pc:graphicFrameChg>
        <pc:graphicFrameChg chg="add del mod modGraphic">
          <ac:chgData name="耀泉 马" userId="19e30af8d5659de2" providerId="LiveId" clId="{C3594856-CEDA-5129-B2AF-7962E3CA4CA3}" dt="2026-06-07T01:11:24.323" v="234" actId="478"/>
          <ac:graphicFrameMkLst>
            <pc:docMk/>
            <pc:sldMk cId="2520208814" sldId="269"/>
            <ac:graphicFrameMk id="5" creationId="{2928D54D-3CDE-2DEA-F430-35032174F501}"/>
          </ac:graphicFrameMkLst>
        </pc:graphicFrameChg>
        <pc:graphicFrameChg chg="add mod modGraphic">
          <ac:chgData name="耀泉 马" userId="19e30af8d5659de2" providerId="LiveId" clId="{C3594856-CEDA-5129-B2AF-7962E3CA4CA3}" dt="2026-06-07T02:45:30.965" v="1804" actId="1037"/>
          <ac:graphicFrameMkLst>
            <pc:docMk/>
            <pc:sldMk cId="2520208814" sldId="269"/>
            <ac:graphicFrameMk id="152" creationId="{0080C852-815E-28FA-BD57-6ED5B1124453}"/>
          </ac:graphicFrameMkLst>
        </pc:graphicFrameChg>
        <pc:graphicFrameChg chg="add mod modGraphic">
          <ac:chgData name="耀泉 马" userId="19e30af8d5659de2" providerId="LiveId" clId="{C3594856-CEDA-5129-B2AF-7962E3CA4CA3}" dt="2026-06-08T11:19:32.858" v="1915" actId="1037"/>
          <ac:graphicFrameMkLst>
            <pc:docMk/>
            <pc:sldMk cId="2520208814" sldId="269"/>
            <ac:graphicFrameMk id="154" creationId="{EF3B6D86-8E31-5C3E-0ED5-A569A931B746}"/>
          </ac:graphicFrameMkLst>
        </pc:graphicFrameChg>
        <pc:picChg chg="del">
          <ac:chgData name="耀泉 马" userId="19e30af8d5659de2" providerId="LiveId" clId="{C3594856-CEDA-5129-B2AF-7962E3CA4CA3}" dt="2026-06-07T01:18:34.664" v="423" actId="478"/>
          <ac:picMkLst>
            <pc:docMk/>
            <pc:sldMk cId="2520208814" sldId="269"/>
            <ac:picMk id="26" creationId="{E5D8F420-FB3E-7737-A4AD-659C1CF09B1E}"/>
          </ac:picMkLst>
        </pc:picChg>
        <pc:picChg chg="del">
          <ac:chgData name="耀泉 马" userId="19e30af8d5659de2" providerId="LiveId" clId="{C3594856-CEDA-5129-B2AF-7962E3CA4CA3}" dt="2026-06-07T01:15:34.015" v="376" actId="478"/>
          <ac:picMkLst>
            <pc:docMk/>
            <pc:sldMk cId="2520208814" sldId="269"/>
            <ac:picMk id="46" creationId="{BF57E9F2-5BA7-45BB-7D7D-4CB72E7B4F37}"/>
          </ac:picMkLst>
        </pc:picChg>
        <pc:picChg chg="del">
          <ac:chgData name="耀泉 马" userId="19e30af8d5659de2" providerId="LiveId" clId="{C3594856-CEDA-5129-B2AF-7962E3CA4CA3}" dt="2026-06-07T01:15:25.282" v="375" actId="478"/>
          <ac:picMkLst>
            <pc:docMk/>
            <pc:sldMk cId="2520208814" sldId="269"/>
            <ac:picMk id="47" creationId="{4365D22C-340F-8D0D-ED0A-74A3CF9A4F85}"/>
          </ac:picMkLst>
        </pc:picChg>
        <pc:picChg chg="del">
          <ac:chgData name="耀泉 马" userId="19e30af8d5659de2" providerId="LiveId" clId="{C3594856-CEDA-5129-B2AF-7962E3CA4CA3}" dt="2026-06-07T01:17:03.217" v="394" actId="478"/>
          <ac:picMkLst>
            <pc:docMk/>
            <pc:sldMk cId="2520208814" sldId="269"/>
            <ac:picMk id="51" creationId="{615F9052-F794-FD8B-E5D5-7E3D258B6BD3}"/>
          </ac:picMkLst>
        </pc:picChg>
        <pc:picChg chg="add del mod">
          <ac:chgData name="耀泉 马" userId="19e30af8d5659de2" providerId="LiveId" clId="{C3594856-CEDA-5129-B2AF-7962E3CA4CA3}" dt="2026-06-07T01:48:12.386" v="727" actId="478"/>
          <ac:picMkLst>
            <pc:docMk/>
            <pc:sldMk cId="2520208814" sldId="269"/>
            <ac:picMk id="93" creationId="{EA4DEB63-1826-165F-F41C-01FBAF30F2B8}"/>
          </ac:picMkLst>
        </pc:picChg>
        <pc:picChg chg="add mod">
          <ac:chgData name="耀泉 马" userId="19e30af8d5659de2" providerId="LiveId" clId="{C3594856-CEDA-5129-B2AF-7962E3CA4CA3}" dt="2026-06-07T02:07:18.742" v="1099" actId="1037"/>
          <ac:picMkLst>
            <pc:docMk/>
            <pc:sldMk cId="2520208814" sldId="269"/>
            <ac:picMk id="95" creationId="{82701329-01B4-6241-5F8E-FF1FCD188986}"/>
          </ac:picMkLst>
        </pc:picChg>
        <pc:picChg chg="add del mod">
          <ac:chgData name="耀泉 马" userId="19e30af8d5659de2" providerId="LiveId" clId="{C3594856-CEDA-5129-B2AF-7962E3CA4CA3}" dt="2026-06-07T01:46:08.398" v="676" actId="478"/>
          <ac:picMkLst>
            <pc:docMk/>
            <pc:sldMk cId="2520208814" sldId="269"/>
            <ac:picMk id="101" creationId="{571CEA0A-852E-2108-0325-883447906971}"/>
          </ac:picMkLst>
        </pc:picChg>
        <pc:picChg chg="add mod">
          <ac:chgData name="耀泉 马" userId="19e30af8d5659de2" providerId="LiveId" clId="{C3594856-CEDA-5129-B2AF-7962E3CA4CA3}" dt="2026-06-07T01:45:18.600" v="655" actId="1076"/>
          <ac:picMkLst>
            <pc:docMk/>
            <pc:sldMk cId="2520208814" sldId="269"/>
            <ac:picMk id="102" creationId="{D66065B5-2D9E-B963-0D12-6BED18CE7CA5}"/>
          </ac:picMkLst>
        </pc:picChg>
        <pc:picChg chg="add del mod">
          <ac:chgData name="耀泉 马" userId="19e30af8d5659de2" providerId="LiveId" clId="{C3594856-CEDA-5129-B2AF-7962E3CA4CA3}" dt="2026-06-07T01:48:12.386" v="727" actId="478"/>
          <ac:picMkLst>
            <pc:docMk/>
            <pc:sldMk cId="2520208814" sldId="269"/>
            <ac:picMk id="103" creationId="{745F0BBF-6FE3-8251-896F-C6661763F96F}"/>
          </ac:picMkLst>
        </pc:picChg>
        <pc:picChg chg="add del mod">
          <ac:chgData name="耀泉 马" userId="19e30af8d5659de2" providerId="LiveId" clId="{C3594856-CEDA-5129-B2AF-7962E3CA4CA3}" dt="2026-06-07T01:48:12.386" v="727" actId="478"/>
          <ac:picMkLst>
            <pc:docMk/>
            <pc:sldMk cId="2520208814" sldId="269"/>
            <ac:picMk id="104" creationId="{2E582F0C-81B5-A3D4-EBEF-2B809FE30441}"/>
          </ac:picMkLst>
        </pc:picChg>
        <pc:picChg chg="add del mod">
          <ac:chgData name="耀泉 马" userId="19e30af8d5659de2" providerId="LiveId" clId="{C3594856-CEDA-5129-B2AF-7962E3CA4CA3}" dt="2026-06-07T01:48:50.249" v="735" actId="478"/>
          <ac:picMkLst>
            <pc:docMk/>
            <pc:sldMk cId="2520208814" sldId="269"/>
            <ac:picMk id="105" creationId="{1D227258-198B-7DC5-E103-E13D45667456}"/>
          </ac:picMkLst>
        </pc:picChg>
        <pc:picChg chg="add mod">
          <ac:chgData name="耀泉 马" userId="19e30af8d5659de2" providerId="LiveId" clId="{C3594856-CEDA-5129-B2AF-7962E3CA4CA3}" dt="2026-06-07T01:48:36.154" v="732"/>
          <ac:picMkLst>
            <pc:docMk/>
            <pc:sldMk cId="2520208814" sldId="269"/>
            <ac:picMk id="106" creationId="{8DD8623C-8725-5F90-2CBA-0CAD6ADB6A47}"/>
          </ac:picMkLst>
        </pc:picChg>
        <pc:picChg chg="add del mod">
          <ac:chgData name="耀泉 马" userId="19e30af8d5659de2" providerId="LiveId" clId="{C3594856-CEDA-5129-B2AF-7962E3CA4CA3}" dt="2026-06-08T11:54:34.605" v="2456" actId="478"/>
          <ac:picMkLst>
            <pc:docMk/>
            <pc:sldMk cId="2520208814" sldId="269"/>
            <ac:picMk id="107" creationId="{0F517775-637E-42C1-4E6E-2AD529EF40C2}"/>
          </ac:picMkLst>
        </pc:picChg>
        <pc:picChg chg="add mod">
          <ac:chgData name="耀泉 马" userId="19e30af8d5659de2" providerId="LiveId" clId="{C3594856-CEDA-5129-B2AF-7962E3CA4CA3}" dt="2026-06-07T01:57:21.046" v="931" actId="1037"/>
          <ac:picMkLst>
            <pc:docMk/>
            <pc:sldMk cId="2520208814" sldId="269"/>
            <ac:picMk id="113" creationId="{D5163FF7-519D-44CF-1598-5A0EB9CADE24}"/>
          </ac:picMkLst>
        </pc:picChg>
        <pc:picChg chg="add mod">
          <ac:chgData name="耀泉 马" userId="19e30af8d5659de2" providerId="LiveId" clId="{C3594856-CEDA-5129-B2AF-7962E3CA4CA3}" dt="2026-06-07T02:00:44.265" v="1015" actId="1038"/>
          <ac:picMkLst>
            <pc:docMk/>
            <pc:sldMk cId="2520208814" sldId="269"/>
            <ac:picMk id="115" creationId="{9B55552B-CAB8-2416-3762-9F2DCD18B72A}"/>
          </ac:picMkLst>
        </pc:picChg>
        <pc:picChg chg="add mod">
          <ac:chgData name="耀泉 马" userId="19e30af8d5659de2" providerId="LiveId" clId="{C3594856-CEDA-5129-B2AF-7962E3CA4CA3}" dt="2026-06-07T02:01:35.420" v="1034" actId="1036"/>
          <ac:picMkLst>
            <pc:docMk/>
            <pc:sldMk cId="2520208814" sldId="269"/>
            <ac:picMk id="117" creationId="{45F576A8-E3A8-218C-7459-267BFDCF0EE9}"/>
          </ac:picMkLst>
        </pc:picChg>
        <pc:picChg chg="add mod">
          <ac:chgData name="耀泉 马" userId="19e30af8d5659de2" providerId="LiveId" clId="{C3594856-CEDA-5129-B2AF-7962E3CA4CA3}" dt="2026-06-07T02:47:35.815" v="1865" actId="1037"/>
          <ac:picMkLst>
            <pc:docMk/>
            <pc:sldMk cId="2520208814" sldId="269"/>
            <ac:picMk id="134" creationId="{2DAB9230-1751-37DD-D964-89DF8CDC4E30}"/>
          </ac:picMkLst>
        </pc:picChg>
        <pc:picChg chg="add del mod">
          <ac:chgData name="耀泉 马" userId="19e30af8d5659de2" providerId="LiveId" clId="{C3594856-CEDA-5129-B2AF-7962E3CA4CA3}" dt="2026-06-07T02:09:43.883" v="1159" actId="478"/>
          <ac:picMkLst>
            <pc:docMk/>
            <pc:sldMk cId="2520208814" sldId="269"/>
            <ac:picMk id="139" creationId="{F8DFAC13-58B6-EDBA-A79F-A6ABDEF71F3C}"/>
          </ac:picMkLst>
        </pc:picChg>
        <pc:picChg chg="add mod">
          <ac:chgData name="耀泉 马" userId="19e30af8d5659de2" providerId="LiveId" clId="{C3594856-CEDA-5129-B2AF-7962E3CA4CA3}" dt="2026-06-07T02:47:35.815" v="1865" actId="1037"/>
          <ac:picMkLst>
            <pc:docMk/>
            <pc:sldMk cId="2520208814" sldId="269"/>
            <ac:picMk id="140" creationId="{6E89CF31-E937-A397-F470-C1752B36E861}"/>
          </ac:picMkLst>
        </pc:picChg>
        <pc:picChg chg="add mod">
          <ac:chgData name="耀泉 马" userId="19e30af8d5659de2" providerId="LiveId" clId="{C3594856-CEDA-5129-B2AF-7962E3CA4CA3}" dt="2026-06-07T02:47:35.815" v="1865" actId="1037"/>
          <ac:picMkLst>
            <pc:docMk/>
            <pc:sldMk cId="2520208814" sldId="269"/>
            <ac:picMk id="146" creationId="{7F2E7E1C-E5E6-1474-01F5-6F1BF7F9E19A}"/>
          </ac:picMkLst>
        </pc:picChg>
        <pc:picChg chg="add del mod">
          <ac:chgData name="耀泉 马" userId="19e30af8d5659de2" providerId="LiveId" clId="{C3594856-CEDA-5129-B2AF-7962E3CA4CA3}" dt="2026-06-07T02:37:54.524" v="1706" actId="21"/>
          <ac:picMkLst>
            <pc:docMk/>
            <pc:sldMk cId="2520208814" sldId="269"/>
            <ac:picMk id="182" creationId="{40882A68-2EE8-A861-D167-D6EEB221357D}"/>
          </ac:picMkLst>
        </pc:picChg>
        <pc:picChg chg="add del mod">
          <ac:chgData name="耀泉 马" userId="19e30af8d5659de2" providerId="LiveId" clId="{C3594856-CEDA-5129-B2AF-7962E3CA4CA3}" dt="2026-06-07T02:38:55.580" v="1732" actId="478"/>
          <ac:picMkLst>
            <pc:docMk/>
            <pc:sldMk cId="2520208814" sldId="269"/>
            <ac:picMk id="183" creationId="{FD81E25B-86F4-20F9-AA31-42FB13D9AC0D}"/>
          </ac:picMkLst>
        </pc:picChg>
        <pc:picChg chg="add del mod">
          <ac:chgData name="耀泉 马" userId="19e30af8d5659de2" providerId="LiveId" clId="{C3594856-CEDA-5129-B2AF-7962E3CA4CA3}" dt="2026-06-07T02:39:26.050" v="1738" actId="478"/>
          <ac:picMkLst>
            <pc:docMk/>
            <pc:sldMk cId="2520208814" sldId="269"/>
            <ac:picMk id="184" creationId="{87B21D8F-B278-E462-385C-7DE24E6E1875}"/>
          </ac:picMkLst>
        </pc:picChg>
        <pc:picChg chg="add mod">
          <ac:chgData name="耀泉 马" userId="19e30af8d5659de2" providerId="LiveId" clId="{C3594856-CEDA-5129-B2AF-7962E3CA4CA3}" dt="2026-06-08T11:19:32.858" v="1915" actId="1037"/>
          <ac:picMkLst>
            <pc:docMk/>
            <pc:sldMk cId="2520208814" sldId="269"/>
            <ac:picMk id="193" creationId="{99DD3463-D326-EDC4-6B2D-66ED68428137}"/>
          </ac:picMkLst>
        </pc:picChg>
        <pc:picChg chg="add mod">
          <ac:chgData name="耀泉 马" userId="19e30af8d5659de2" providerId="LiveId" clId="{C3594856-CEDA-5129-B2AF-7962E3CA4CA3}" dt="2026-06-08T11:56:14.558" v="2464" actId="1038"/>
          <ac:picMkLst>
            <pc:docMk/>
            <pc:sldMk cId="2520208814" sldId="269"/>
            <ac:picMk id="201" creationId="{62C01BB3-5A0C-8440-3C05-FF765BBA333D}"/>
          </ac:picMkLst>
        </pc:picChg>
        <pc:cxnChg chg="del mod">
          <ac:chgData name="耀泉 马" userId="19e30af8d5659de2" providerId="LiveId" clId="{C3594856-CEDA-5129-B2AF-7962E3CA4CA3}" dt="2026-06-07T01:14:41.063" v="332" actId="478"/>
          <ac:cxnSpMkLst>
            <pc:docMk/>
            <pc:sldMk cId="2520208814" sldId="269"/>
            <ac:cxnSpMk id="13" creationId="{7ACD903B-21BA-97EE-EABF-B3168785FB7C}"/>
          </ac:cxnSpMkLst>
        </pc:cxnChg>
        <pc:cxnChg chg="mod">
          <ac:chgData name="耀泉 马" userId="19e30af8d5659de2" providerId="LiveId" clId="{C3594856-CEDA-5129-B2AF-7962E3CA4CA3}" dt="2026-06-07T01:26:46.652" v="453" actId="478"/>
          <ac:cxnSpMkLst>
            <pc:docMk/>
            <pc:sldMk cId="2520208814" sldId="269"/>
            <ac:cxnSpMk id="15" creationId="{FD22FA78-DA31-217E-037A-E068CC9AAF8C}"/>
          </ac:cxnSpMkLst>
        </pc:cxnChg>
        <pc:cxnChg chg="del mod">
          <ac:chgData name="耀泉 马" userId="19e30af8d5659de2" providerId="LiveId" clId="{C3594856-CEDA-5129-B2AF-7962E3CA4CA3}" dt="2026-06-07T01:13:54.866" v="321" actId="478"/>
          <ac:cxnSpMkLst>
            <pc:docMk/>
            <pc:sldMk cId="2520208814" sldId="269"/>
            <ac:cxnSpMk id="29" creationId="{B3FCE33F-86E1-E1EA-A2C9-F0658312029C}"/>
          </ac:cxnSpMkLst>
        </pc:cxnChg>
        <pc:cxnChg chg="del">
          <ac:chgData name="耀泉 马" userId="19e30af8d5659de2" providerId="LiveId" clId="{C3594856-CEDA-5129-B2AF-7962E3CA4CA3}" dt="2026-06-07T01:15:45.441" v="380" actId="478"/>
          <ac:cxnSpMkLst>
            <pc:docMk/>
            <pc:sldMk cId="2520208814" sldId="269"/>
            <ac:cxnSpMk id="33" creationId="{F8BCBE92-A8F9-DFCB-2FFB-F0D6DDE6FD81}"/>
          </ac:cxnSpMkLst>
        </pc:cxnChg>
        <pc:cxnChg chg="del">
          <ac:chgData name="耀泉 马" userId="19e30af8d5659de2" providerId="LiveId" clId="{C3594856-CEDA-5129-B2AF-7962E3CA4CA3}" dt="2026-06-07T01:15:40.401" v="378" actId="478"/>
          <ac:cxnSpMkLst>
            <pc:docMk/>
            <pc:sldMk cId="2520208814" sldId="269"/>
            <ac:cxnSpMk id="34" creationId="{7639873A-CF4C-BCE4-2FE9-1FE277E5B342}"/>
          </ac:cxnSpMkLst>
        </pc:cxnChg>
        <pc:cxnChg chg="mod">
          <ac:chgData name="耀泉 马" userId="19e30af8d5659de2" providerId="LiveId" clId="{C3594856-CEDA-5129-B2AF-7962E3CA4CA3}" dt="2026-06-07T01:26:46.652" v="453" actId="478"/>
          <ac:cxnSpMkLst>
            <pc:docMk/>
            <pc:sldMk cId="2520208814" sldId="269"/>
            <ac:cxnSpMk id="42" creationId="{B4CF4947-0752-02AD-3A06-377C33767180}"/>
          </ac:cxnSpMkLst>
        </pc:cxnChg>
        <pc:cxnChg chg="del mod">
          <ac:chgData name="耀泉 马" userId="19e30af8d5659de2" providerId="LiveId" clId="{C3594856-CEDA-5129-B2AF-7962E3CA4CA3}" dt="2026-06-07T01:14:54.230" v="335" actId="478"/>
          <ac:cxnSpMkLst>
            <pc:docMk/>
            <pc:sldMk cId="2520208814" sldId="269"/>
            <ac:cxnSpMk id="61" creationId="{CC4706D3-E092-9C02-6BCD-3AB6ABEE6E84}"/>
          </ac:cxnSpMkLst>
        </pc:cxnChg>
        <pc:cxnChg chg="del mod">
          <ac:chgData name="耀泉 马" userId="19e30af8d5659de2" providerId="LiveId" clId="{C3594856-CEDA-5129-B2AF-7962E3CA4CA3}" dt="2026-06-07T01:19:43.538" v="444" actId="478"/>
          <ac:cxnSpMkLst>
            <pc:docMk/>
            <pc:sldMk cId="2520208814" sldId="269"/>
            <ac:cxnSpMk id="64" creationId="{382702C2-2CDB-4771-1336-0E8713A33CD5}"/>
          </ac:cxnSpMkLst>
        </pc:cxnChg>
        <pc:cxnChg chg="del mod">
          <ac:chgData name="耀泉 马" userId="19e30af8d5659de2" providerId="LiveId" clId="{C3594856-CEDA-5129-B2AF-7962E3CA4CA3}" dt="2026-06-07T01:19:35.946" v="440" actId="478"/>
          <ac:cxnSpMkLst>
            <pc:docMk/>
            <pc:sldMk cId="2520208814" sldId="269"/>
            <ac:cxnSpMk id="74" creationId="{E8FBFE81-70F8-175E-3BC0-A7B1233BFC1E}"/>
          </ac:cxnSpMkLst>
        </pc:cxnChg>
        <pc:cxnChg chg="del mod">
          <ac:chgData name="耀泉 马" userId="19e30af8d5659de2" providerId="LiveId" clId="{C3594856-CEDA-5129-B2AF-7962E3CA4CA3}" dt="2026-06-07T01:19:41.492" v="443" actId="478"/>
          <ac:cxnSpMkLst>
            <pc:docMk/>
            <pc:sldMk cId="2520208814" sldId="269"/>
            <ac:cxnSpMk id="75" creationId="{3819459E-D986-0A2F-414C-1889C0CF94AF}"/>
          </ac:cxnSpMkLst>
        </pc:cxnChg>
        <pc:cxnChg chg="del mod">
          <ac:chgData name="耀泉 马" userId="19e30af8d5659de2" providerId="LiveId" clId="{C3594856-CEDA-5129-B2AF-7962E3CA4CA3}" dt="2026-06-07T01:19:39.272" v="442" actId="478"/>
          <ac:cxnSpMkLst>
            <pc:docMk/>
            <pc:sldMk cId="2520208814" sldId="269"/>
            <ac:cxnSpMk id="76" creationId="{A220E286-8A25-2AB8-9DE3-903BC8089ABA}"/>
          </ac:cxnSpMkLst>
        </pc:cxnChg>
        <pc:cxnChg chg="del mod">
          <ac:chgData name="耀泉 马" userId="19e30af8d5659de2" providerId="LiveId" clId="{C3594856-CEDA-5129-B2AF-7962E3CA4CA3}" dt="2026-06-07T01:19:12.748" v="430" actId="478"/>
          <ac:cxnSpMkLst>
            <pc:docMk/>
            <pc:sldMk cId="2520208814" sldId="269"/>
            <ac:cxnSpMk id="77" creationId="{A277A3ED-7A00-B57F-B04B-2345BA13DCC9}"/>
          </ac:cxnSpMkLst>
        </pc:cxnChg>
        <pc:cxnChg chg="del mod">
          <ac:chgData name="耀泉 马" userId="19e30af8d5659de2" providerId="LiveId" clId="{C3594856-CEDA-5129-B2AF-7962E3CA4CA3}" dt="2026-06-07T01:19:37.471" v="441" actId="478"/>
          <ac:cxnSpMkLst>
            <pc:docMk/>
            <pc:sldMk cId="2520208814" sldId="269"/>
            <ac:cxnSpMk id="78" creationId="{07D400AA-85C9-7012-4267-4993D3712CF4}"/>
          </ac:cxnSpMkLst>
        </pc:cxnChg>
        <pc:cxnChg chg="del mod">
          <ac:chgData name="耀泉 马" userId="19e30af8d5659de2" providerId="LiveId" clId="{C3594856-CEDA-5129-B2AF-7962E3CA4CA3}" dt="2026-06-07T01:19:10.800" v="429" actId="478"/>
          <ac:cxnSpMkLst>
            <pc:docMk/>
            <pc:sldMk cId="2520208814" sldId="269"/>
            <ac:cxnSpMk id="79" creationId="{77DC90FE-44B9-76A9-201C-24D8366D7301}"/>
          </ac:cxnSpMkLst>
        </pc:cxnChg>
        <pc:cxnChg chg="del mod">
          <ac:chgData name="耀泉 马" userId="19e30af8d5659de2" providerId="LiveId" clId="{C3594856-CEDA-5129-B2AF-7962E3CA4CA3}" dt="2026-06-07T01:19:09.252" v="428" actId="478"/>
          <ac:cxnSpMkLst>
            <pc:docMk/>
            <pc:sldMk cId="2520208814" sldId="269"/>
            <ac:cxnSpMk id="80" creationId="{E75BE376-4EF2-B1B3-711F-D7C83D81B0CB}"/>
          </ac:cxnSpMkLst>
        </pc:cxnChg>
        <pc:cxnChg chg="del mod">
          <ac:chgData name="耀泉 马" userId="19e30af8d5659de2" providerId="LiveId" clId="{C3594856-CEDA-5129-B2AF-7962E3CA4CA3}" dt="2026-06-07T01:19:45.364" v="445" actId="478"/>
          <ac:cxnSpMkLst>
            <pc:docMk/>
            <pc:sldMk cId="2520208814" sldId="269"/>
            <ac:cxnSpMk id="81" creationId="{4A3FCCBA-AE50-A4B6-064A-7315804673A4}"/>
          </ac:cxnSpMkLst>
        </pc:cxnChg>
        <pc:cxnChg chg="del mod">
          <ac:chgData name="耀泉 马" userId="19e30af8d5659de2" providerId="LiveId" clId="{C3594856-CEDA-5129-B2AF-7962E3CA4CA3}" dt="2026-06-07T01:19:47.588" v="446" actId="478"/>
          <ac:cxnSpMkLst>
            <pc:docMk/>
            <pc:sldMk cId="2520208814" sldId="269"/>
            <ac:cxnSpMk id="82" creationId="{C28CC107-5984-5507-81FD-AB73C2766424}"/>
          </ac:cxnSpMkLst>
        </pc:cxnChg>
        <pc:cxnChg chg="del mod">
          <ac:chgData name="耀泉 马" userId="19e30af8d5659de2" providerId="LiveId" clId="{C3594856-CEDA-5129-B2AF-7962E3CA4CA3}" dt="2026-06-07T01:18:00.488" v="413" actId="478"/>
          <ac:cxnSpMkLst>
            <pc:docMk/>
            <pc:sldMk cId="2520208814" sldId="269"/>
            <ac:cxnSpMk id="83" creationId="{DEA19FDE-467F-A2BE-AF7B-83F11E8ACB8B}"/>
          </ac:cxnSpMkLst>
        </pc:cxnChg>
        <pc:cxnChg chg="del mod">
          <ac:chgData name="耀泉 马" userId="19e30af8d5659de2" providerId="LiveId" clId="{C3594856-CEDA-5129-B2AF-7962E3CA4CA3}" dt="2026-06-07T01:18:09.450" v="414" actId="478"/>
          <ac:cxnSpMkLst>
            <pc:docMk/>
            <pc:sldMk cId="2520208814" sldId="269"/>
            <ac:cxnSpMk id="84" creationId="{9527FC46-D92A-1AAD-34F3-3260EA580A0D}"/>
          </ac:cxnSpMkLst>
        </pc:cxnChg>
        <pc:cxnChg chg="del mod">
          <ac:chgData name="耀泉 马" userId="19e30af8d5659de2" providerId="LiveId" clId="{C3594856-CEDA-5129-B2AF-7962E3CA4CA3}" dt="2026-06-07T01:19:33.572" v="439" actId="478"/>
          <ac:cxnSpMkLst>
            <pc:docMk/>
            <pc:sldMk cId="2520208814" sldId="269"/>
            <ac:cxnSpMk id="85" creationId="{3DA36749-5F28-4AF7-7DB6-77DEDEE3F9B3}"/>
          </ac:cxnSpMkLst>
        </pc:cxnChg>
        <pc:cxnChg chg="del mod">
          <ac:chgData name="耀泉 马" userId="19e30af8d5659de2" providerId="LiveId" clId="{C3594856-CEDA-5129-B2AF-7962E3CA4CA3}" dt="2026-06-07T01:19:19.830" v="434" actId="478"/>
          <ac:cxnSpMkLst>
            <pc:docMk/>
            <pc:sldMk cId="2520208814" sldId="269"/>
            <ac:cxnSpMk id="86" creationId="{9B830142-BE6D-5503-DD93-CB80AAD761C2}"/>
          </ac:cxnSpMkLst>
        </pc:cxnChg>
        <pc:cxnChg chg="del mod">
          <ac:chgData name="耀泉 马" userId="19e30af8d5659de2" providerId="LiveId" clId="{C3594856-CEDA-5129-B2AF-7962E3CA4CA3}" dt="2026-06-07T01:19:28.199" v="437" actId="478"/>
          <ac:cxnSpMkLst>
            <pc:docMk/>
            <pc:sldMk cId="2520208814" sldId="269"/>
            <ac:cxnSpMk id="87" creationId="{60FE3F6B-089F-8123-AA8F-796BA2217EE8}"/>
          </ac:cxnSpMkLst>
        </pc:cxnChg>
        <pc:cxnChg chg="del mod">
          <ac:chgData name="耀泉 马" userId="19e30af8d5659de2" providerId="LiveId" clId="{C3594856-CEDA-5129-B2AF-7962E3CA4CA3}" dt="2026-06-07T01:19:25.834" v="436" actId="478"/>
          <ac:cxnSpMkLst>
            <pc:docMk/>
            <pc:sldMk cId="2520208814" sldId="269"/>
            <ac:cxnSpMk id="88" creationId="{6BC2FA4D-97FE-C343-E917-90E0782B4B65}"/>
          </ac:cxnSpMkLst>
        </pc:cxnChg>
        <pc:cxnChg chg="del mod">
          <ac:chgData name="耀泉 马" userId="19e30af8d5659de2" providerId="LiveId" clId="{C3594856-CEDA-5129-B2AF-7962E3CA4CA3}" dt="2026-06-07T01:19:51.219" v="448" actId="478"/>
          <ac:cxnSpMkLst>
            <pc:docMk/>
            <pc:sldMk cId="2520208814" sldId="269"/>
            <ac:cxnSpMk id="89" creationId="{37CF053A-30AC-1660-2A80-F65B9E7FB0F3}"/>
          </ac:cxnSpMkLst>
        </pc:cxnChg>
        <pc:cxnChg chg="del mod">
          <ac:chgData name="耀泉 马" userId="19e30af8d5659de2" providerId="LiveId" clId="{C3594856-CEDA-5129-B2AF-7962E3CA4CA3}" dt="2026-06-07T01:19:18.218" v="433" actId="478"/>
          <ac:cxnSpMkLst>
            <pc:docMk/>
            <pc:sldMk cId="2520208814" sldId="269"/>
            <ac:cxnSpMk id="90" creationId="{F819A026-0D79-C479-077B-59696BF30B75}"/>
          </ac:cxnSpMkLst>
        </pc:cxnChg>
        <pc:cxnChg chg="add mod">
          <ac:chgData name="耀泉 马" userId="19e30af8d5659de2" providerId="LiveId" clId="{C3594856-CEDA-5129-B2AF-7962E3CA4CA3}" dt="2026-06-07T02:04:43.577" v="1061" actId="1076"/>
          <ac:cxnSpMkLst>
            <pc:docMk/>
            <pc:sldMk cId="2520208814" sldId="269"/>
            <ac:cxnSpMk id="120" creationId="{D0C5BE6A-7E89-A6DF-0FD0-09B95779C23C}"/>
          </ac:cxnSpMkLst>
        </pc:cxnChg>
        <pc:cxnChg chg="add del mod">
          <ac:chgData name="耀泉 马" userId="19e30af8d5659de2" providerId="LiveId" clId="{C3594856-CEDA-5129-B2AF-7962E3CA4CA3}" dt="2026-06-07T02:05:01.563" v="1063" actId="11529"/>
          <ac:cxnSpMkLst>
            <pc:docMk/>
            <pc:sldMk cId="2520208814" sldId="269"/>
            <ac:cxnSpMk id="125" creationId="{A667DA85-BDEC-ECB5-8511-9BB59C362BE5}"/>
          </ac:cxnSpMkLst>
        </pc:cxnChg>
        <pc:cxnChg chg="add mod">
          <ac:chgData name="耀泉 马" userId="19e30af8d5659de2" providerId="LiveId" clId="{C3594856-CEDA-5129-B2AF-7962E3CA4CA3}" dt="2026-06-07T02:47:57.255" v="1869" actId="14100"/>
          <ac:cxnSpMkLst>
            <pc:docMk/>
            <pc:sldMk cId="2520208814" sldId="269"/>
            <ac:cxnSpMk id="127" creationId="{0573E0EC-E657-6C44-D713-95C27F9BA53D}"/>
          </ac:cxnSpMkLst>
        </pc:cxnChg>
        <pc:cxnChg chg="add mod">
          <ac:chgData name="耀泉 马" userId="19e30af8d5659de2" providerId="LiveId" clId="{C3594856-CEDA-5129-B2AF-7962E3CA4CA3}" dt="2026-06-07T02:45:30.965" v="1804" actId="1037"/>
          <ac:cxnSpMkLst>
            <pc:docMk/>
            <pc:sldMk cId="2520208814" sldId="269"/>
            <ac:cxnSpMk id="162" creationId="{D93B7D9E-76CF-5319-CE81-FFD6AF7E5FD1}"/>
          </ac:cxnSpMkLst>
        </pc:cxnChg>
        <pc:cxnChg chg="add mod">
          <ac:chgData name="耀泉 马" userId="19e30af8d5659de2" providerId="LiveId" clId="{C3594856-CEDA-5129-B2AF-7962E3CA4CA3}" dt="2026-06-07T02:34:03.936" v="1665" actId="1076"/>
          <ac:cxnSpMkLst>
            <pc:docMk/>
            <pc:sldMk cId="2520208814" sldId="269"/>
            <ac:cxnSpMk id="166" creationId="{ED6B62CE-4155-9CC1-0C5B-3795A4A8B34E}"/>
          </ac:cxnSpMkLst>
        </pc:cxnChg>
        <pc:cxnChg chg="add mod">
          <ac:chgData name="耀泉 马" userId="19e30af8d5659de2" providerId="LiveId" clId="{C3594856-CEDA-5129-B2AF-7962E3CA4CA3}" dt="2026-06-07T02:34:26.020" v="1670" actId="14100"/>
          <ac:cxnSpMkLst>
            <pc:docMk/>
            <pc:sldMk cId="2520208814" sldId="269"/>
            <ac:cxnSpMk id="177" creationId="{A86CC193-B28C-E2EA-FDE9-7A26A33C729F}"/>
          </ac:cxnSpMkLst>
        </pc:cxnChg>
        <pc:cxnChg chg="add mod">
          <ac:chgData name="耀泉 马" userId="19e30af8d5659de2" providerId="LiveId" clId="{C3594856-CEDA-5129-B2AF-7962E3CA4CA3}" dt="2026-06-07T02:34:57.888" v="1678" actId="14100"/>
          <ac:cxnSpMkLst>
            <pc:docMk/>
            <pc:sldMk cId="2520208814" sldId="269"/>
            <ac:cxnSpMk id="179" creationId="{05619EB8-5FC9-BC3E-C27F-1BEBC37C0D34}"/>
          </ac:cxnSpMkLst>
        </pc:cxnChg>
      </pc:sldChg>
      <pc:sldChg chg="modSp new mod">
        <pc:chgData name="耀泉 马" userId="19e30af8d5659de2" providerId="LiveId" clId="{C3594856-CEDA-5129-B2AF-7962E3CA4CA3}" dt="2026-06-08T11:53:58.077" v="2455" actId="20578"/>
        <pc:sldMkLst>
          <pc:docMk/>
          <pc:sldMk cId="582110372" sldId="270"/>
        </pc:sldMkLst>
        <pc:spChg chg="mod">
          <ac:chgData name="耀泉 马" userId="19e30af8d5659de2" providerId="LiveId" clId="{C3594856-CEDA-5129-B2AF-7962E3CA4CA3}" dt="2026-06-08T11:39:06.777" v="1942" actId="20577"/>
          <ac:spMkLst>
            <pc:docMk/>
            <pc:sldMk cId="582110372" sldId="270"/>
            <ac:spMk id="2" creationId="{F9AB6D9C-F7FF-AE3E-645D-471C1C9E7E98}"/>
          </ac:spMkLst>
        </pc:spChg>
        <pc:spChg chg="mod">
          <ac:chgData name="耀泉 马" userId="19e30af8d5659de2" providerId="LiveId" clId="{C3594856-CEDA-5129-B2AF-7962E3CA4CA3}" dt="2026-06-08T11:53:58.077" v="2455" actId="20578"/>
          <ac:spMkLst>
            <pc:docMk/>
            <pc:sldMk cId="582110372" sldId="270"/>
            <ac:spMk id="3" creationId="{A49C73BD-704C-815A-3932-EA5429BDE1A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F708F-C5DA-2442-B459-317C43B6759F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56F6D7-A759-5D41-8F8D-5EE238F097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87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1082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BERT</a:t>
            </a:r>
            <a:r>
              <a:rPr lang="zh-CN" altLang="en-US" dirty="0"/>
              <a:t> </a:t>
            </a:r>
            <a:r>
              <a:rPr lang="en-US" altLang="zh-CN"/>
              <a:t>score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9949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Embedded Systems Authentication and Encryption Using Strong PUF </a:t>
            </a:r>
            <a:r>
              <a:rPr lang="en-GB" dirty="0" err="1"/>
              <a:t>Modeling</a:t>
            </a:r>
            <a:r>
              <a:rPr lang="en-GB" dirty="0"/>
              <a:t> 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ieeexplore.ieee.org</a:t>
            </a:r>
            <a:r>
              <a:rPr lang="en-US" dirty="0"/>
              <a:t>/abstract/document/9043104?casa_token=TzGmEqi4czcAAAAA:FP9-Idn1xMF5z_j2kDuLO-pOOLk1aUnqQG75sw8GjfFpAKonMz5raTOEofeSaK4YYtV8hXbb</a:t>
            </a:r>
          </a:p>
          <a:p>
            <a:endParaRPr lang="en-US" dirty="0"/>
          </a:p>
          <a:p>
            <a:r>
              <a:rPr lang="en-US" dirty="0"/>
              <a:t>server-side authentication</a:t>
            </a:r>
          </a:p>
          <a:p>
            <a:r>
              <a:rPr lang="en-US" dirty="0"/>
              <a:t>client-side authentication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lack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computational</a:t>
            </a:r>
            <a:r>
              <a:rPr lang="zh-CN" altLang="en-US" dirty="0"/>
              <a:t> </a:t>
            </a:r>
            <a:r>
              <a:rPr lang="en-US" altLang="zh-CN" dirty="0"/>
              <a:t>resources.</a:t>
            </a:r>
            <a:endParaRPr lang="en-US" dirty="0"/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ChaCha20-Poly1305 authenticated encryption for high-speed embedded IoT applications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ieeexplore.ieee.org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/document/7927078</a:t>
            </a:r>
          </a:p>
          <a:p>
            <a:br>
              <a:rPr lang="en-GB" dirty="0"/>
            </a:b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Authenticated Encryption Schemes: A Systematic Review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ieeexplore.ieee.org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/abstract/document/9695453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A Lightweight Image Encryption Algorithm Based on Secure Key Generation</a:t>
            </a:r>
            <a:r>
              <a:rPr lang="en-GB" dirty="0"/>
              <a:t> </a:t>
            </a:r>
            <a:r>
              <a:rPr lang="zh-CN" altLang="en-US" dirty="0"/>
              <a:t> </a:t>
            </a:r>
            <a:r>
              <a:rPr lang="en-US" altLang="zh-CN" dirty="0"/>
              <a:t>(based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AES)</a:t>
            </a:r>
            <a:endParaRPr lang="en-GB" dirty="0"/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ieeexplore.ieee.org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/document/10596034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Secure key generation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Dynamic S-box generation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Replace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MixColumns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circular permutation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3124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GB" dirty="0"/>
            </a:b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 Learning Model Inversion Attacks and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Defenses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Comprehensive Survey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arxiv.org</a:t>
            </a:r>
            <a:r>
              <a:rPr lang="en-US" dirty="0"/>
              <a:t>/html/2501.18934v1</a:t>
            </a:r>
          </a:p>
          <a:p>
            <a:endParaRPr lang="en-US" dirty="0"/>
          </a:p>
          <a:p>
            <a:r>
              <a:rPr lang="en-GB" dirty="0"/>
              <a:t>Exploring Model Inversion Attacks in the Black-box Setting</a:t>
            </a:r>
          </a:p>
          <a:p>
            <a:r>
              <a:rPr lang="en-US" dirty="0"/>
              <a:t>https://</a:t>
            </a:r>
            <a:r>
              <a:rPr lang="en-US" dirty="0" err="1"/>
              <a:t>petsymposium.org</a:t>
            </a:r>
            <a:r>
              <a:rPr lang="en-US" dirty="0"/>
              <a:t>/</a:t>
            </a:r>
            <a:r>
              <a:rPr lang="en-US" dirty="0" err="1"/>
              <a:t>popets</a:t>
            </a:r>
            <a:r>
              <a:rPr lang="en-US" dirty="0"/>
              <a:t>/2023/popets-2023-0012.pdf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Understanding deep image representations by inverting them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ieeexplore.ieee.org</a:t>
            </a:r>
            <a:r>
              <a:rPr lang="en-US" dirty="0"/>
              <a:t>/document/7299155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4109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privacy preserving split learning framework with adaptive inference selection for IoT security</a:t>
            </a:r>
            <a:r>
              <a:rPr lang="zh-CN" altLang="en-US" dirty="0"/>
              <a:t> </a:t>
            </a:r>
            <a:endParaRPr lang="en-US" altLang="zh-CN" dirty="0"/>
          </a:p>
          <a:p>
            <a:endParaRPr lang="en-US" dirty="0"/>
          </a:p>
          <a:p>
            <a:r>
              <a:rPr lang="en-US"/>
              <a:t>Key words:</a:t>
            </a:r>
            <a:endParaRPr lang="en-US" dirty="0"/>
          </a:p>
          <a:p>
            <a:r>
              <a:rPr lang="en-US" dirty="0"/>
              <a:t>Data privacy, cloud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853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729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CA8AB-C737-FD4D-BF9D-17A512F01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19A126-A82D-3C7E-FBDD-B153AA05CA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80D57-352B-F93D-9ED6-6E1F681F8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5AAE3-74B3-0779-58A9-D2324E4C5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B5AF1-4C23-12F9-E8CB-4424B420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480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67D92-8BEA-3136-9575-F25FE2A23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0A7FB-F8F6-C5EE-EE40-8EA683CC0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C4D90-6A16-B5B0-4C3F-AB6152E7B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5BD75-D977-2B7D-6C46-52F03204A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CA02E-2EA5-F492-E1F9-047D418DD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395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F6C3D-2368-8484-3C9C-2C8AE374F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FA1641-A6F1-AFCC-34D6-AF5D272F3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6246F-9540-BA90-839A-2A4279BB0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8D70F-D39C-DCA2-BA1D-2E43EC23A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47175-E312-1EA6-A7AE-1FEF3C992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718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C22F6-D578-98E7-661B-3F64CDF14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F7FC9-9E95-4215-376C-7BCB7A7DB0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E2920-70DB-6FB2-31C9-E69FAFD76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DB35F-2272-3B2B-4AB5-A8DC2CC5E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A36D21-1117-0881-3E61-427138DA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22115F-C0E3-54CD-9DD1-2AEF08B06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4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B1F38-0A47-A590-5182-FC4ED939C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92689E-1D38-0A80-9EFD-426C639F0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25580-ED8F-6001-73E9-177A6E51C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D74194-C9A8-56A8-F807-6B3BAC4CA4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C5CD27-FAD3-83B0-488A-195CFD0567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8FA877-089A-FF46-7A4B-B9585CED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E130F1-91CB-8BC6-FB2A-2B55D275C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B69AEF-0C50-EC9A-1667-D81E4915D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553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41556-93D7-67CA-FAAB-B82FD6A1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13CF1B-D9C9-3C50-F6EE-4583F98DD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7C13B8-5407-A39A-F46F-F56759D2E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E0ED0-AD54-A226-5FE9-105916E52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432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6C560C-647E-336A-A8CB-D2FE7C6F2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A0704D-35ED-ACEB-EFC7-035B6212D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2D94A-1CF9-6B56-D7BD-0CA9106E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790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82EC-6EC5-FC90-02D6-1BBD43203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21BA5-D499-2653-3897-C97E0EAAB3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A9CF5-05D6-EC9B-8108-414E4C1057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C9A90-91DB-3785-9C20-0ECA49871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B8617F-6CFD-F48E-6E5A-508E2C34D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114BB-01BA-5986-4D69-673CF2CF0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196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82F4A-850C-A865-F4DE-ABB5482D6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F56FF0-8E16-5A34-8416-94D138DE35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7CCE77-2615-A67C-155A-27E836223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96C4B-EE11-B1C9-48CD-D799EB17B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0F074C-82C2-16A5-E682-72B27F51E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01E87D-C98F-4845-8F0A-C19F02A9B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131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0C130-F04A-388A-61CC-69F4CAED5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38ED3C-AC86-6957-3DA1-31A86A6A9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318CE-A120-5957-264F-211D79E7D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D5272-42B3-2BBD-AFF8-ECAAAD76B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15C73-79FD-0822-2932-EBC79DB72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879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AC9E91-95A1-205B-3780-08B6B610C5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A58B37-1769-3FB7-0CAA-5BF89F196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723A9-87D2-27BC-440D-6618AA0D8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B2E92B-595B-97BA-6B36-F226B9993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2D984-72C5-E789-C6E9-F1360F0CD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696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F9F1EC-30D1-546A-E317-FB84D01C7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6A8B3-3ECB-53FD-A522-7DD83FD346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2FB31-AED2-BB56-2AC2-1F48F65FB6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A3F8E0-39CC-F548-AAA7-4485C47B7E6B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092861-D4AB-171D-8320-D97E9A6F2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4FFC12-2289-BECF-D0C4-A832BDAAE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587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asis-open.org/mqtt/mqtt/v5.0/cos02/mqtt-v5.0-cos02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C3B03-03A8-3398-9AA9-79B7C20BA9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Capstone</a:t>
            </a:r>
            <a:r>
              <a:rPr lang="zh-CN" altLang="en-US" dirty="0"/>
              <a:t> </a:t>
            </a:r>
            <a:r>
              <a:rPr lang="en-US" altLang="zh-CN" dirty="0"/>
              <a:t>Progress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A269FB-700A-70E3-4BEA-9AA0FB62F5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4353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228B6-13C3-8BAE-3D5E-E2EB78C76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</a:t>
            </a:r>
            <a:r>
              <a:rPr lang="zh-CN" altLang="en-US" dirty="0"/>
              <a:t> </a:t>
            </a:r>
            <a:r>
              <a:rPr lang="en-US" altLang="zh-CN" dirty="0"/>
              <a:t>system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B29C1-1D46-FAC8-83E3-EB928A4C4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79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edge.py</a:t>
            </a:r>
            <a:endParaRPr lang="en-US" dirty="0"/>
          </a:p>
          <a:p>
            <a:r>
              <a:rPr lang="en-US" dirty="0"/>
              <a:t>Load</a:t>
            </a:r>
            <a:r>
              <a:rPr lang="zh-CN" altLang="en-US" dirty="0"/>
              <a:t> </a:t>
            </a:r>
            <a:r>
              <a:rPr lang="en-US" dirty="0"/>
              <a:t>image and pre-trained model</a:t>
            </a:r>
          </a:p>
          <a:p>
            <a:r>
              <a:rPr lang="en-US" dirty="0"/>
              <a:t> -&gt; image preprocessing</a:t>
            </a:r>
            <a:r>
              <a:rPr lang="zh-CN" altLang="en-US" dirty="0"/>
              <a:t> </a:t>
            </a:r>
            <a:r>
              <a:rPr lang="en-US" altLang="zh-CN" dirty="0"/>
              <a:t>(resize, split, and tokenizer)</a:t>
            </a:r>
            <a:endParaRPr lang="en-US" dirty="0"/>
          </a:p>
          <a:p>
            <a:r>
              <a:rPr lang="en-US" dirty="0"/>
              <a:t> -&gt; vision encoder</a:t>
            </a:r>
          </a:p>
          <a:p>
            <a:r>
              <a:rPr lang="en-US" dirty="0"/>
              <a:t>-&gt; projected visual embeddings</a:t>
            </a:r>
          </a:p>
          <a:p>
            <a:r>
              <a:rPr lang="en-US" dirty="0"/>
              <a:t> -&gt; send embeddings to cloud</a:t>
            </a:r>
            <a:r>
              <a:rPr lang="zh-CN" altLang="en-US" dirty="0"/>
              <a:t> </a:t>
            </a:r>
            <a:r>
              <a:rPr lang="en-US" altLang="zh-CN" dirty="0"/>
              <a:t>(HTTP</a:t>
            </a:r>
            <a:r>
              <a:rPr lang="zh-CN" altLang="en-US" dirty="0"/>
              <a:t> </a:t>
            </a:r>
            <a:r>
              <a:rPr lang="en-US" altLang="zh-CN" dirty="0"/>
              <a:t>API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 err="1"/>
              <a:t>json</a:t>
            </a:r>
            <a:r>
              <a:rPr lang="en-US" altLang="zh-CN" dirty="0"/>
              <a:t>)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4A1A7D3-03A9-0367-368E-C80ED7EB2304}"/>
              </a:ext>
            </a:extLst>
          </p:cNvPr>
          <p:cNvSpPr txBox="1">
            <a:spLocks/>
          </p:cNvSpPr>
          <p:nvPr/>
        </p:nvSpPr>
        <p:spPr>
          <a:xfrm>
            <a:off x="6096000" y="1780802"/>
            <a:ext cx="47079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cloud.py</a:t>
            </a:r>
            <a:endParaRPr lang="en-US" dirty="0"/>
          </a:p>
          <a:p>
            <a:r>
              <a:rPr lang="en-US" dirty="0"/>
              <a:t>receive projected visual embeddings</a:t>
            </a:r>
          </a:p>
          <a:p>
            <a:r>
              <a:rPr lang="en-US" dirty="0"/>
              <a:t> -&gt; rebuild tensor</a:t>
            </a:r>
          </a:p>
          <a:p>
            <a:r>
              <a:rPr lang="en-US" dirty="0"/>
              <a:t> -&gt; tokenize text prompt</a:t>
            </a:r>
          </a:p>
          <a:p>
            <a:r>
              <a:rPr lang="en-US" dirty="0"/>
              <a:t> -&gt; convert prompt tokens to text embeddings</a:t>
            </a:r>
          </a:p>
          <a:p>
            <a:r>
              <a:rPr lang="en-US" dirty="0"/>
              <a:t> -&gt; concatenate visual embeddings + text embeddings</a:t>
            </a:r>
          </a:p>
          <a:p>
            <a:r>
              <a:rPr lang="en-US" dirty="0"/>
              <a:t> -&gt; </a:t>
            </a:r>
            <a:r>
              <a:rPr lang="en-US" altLang="zh-CN" dirty="0"/>
              <a:t>Generate</a:t>
            </a:r>
            <a:r>
              <a:rPr lang="zh-CN" altLang="en-US" dirty="0"/>
              <a:t> </a:t>
            </a:r>
            <a:r>
              <a:rPr lang="en-US" altLang="zh-CN" dirty="0"/>
              <a:t>ids</a:t>
            </a:r>
            <a:endParaRPr lang="en-US" dirty="0"/>
          </a:p>
          <a:p>
            <a:pPr lvl="1"/>
            <a:r>
              <a:rPr lang="en-US" dirty="0"/>
              <a:t>language decoder</a:t>
            </a:r>
          </a:p>
          <a:p>
            <a:pPr lvl="1"/>
            <a:r>
              <a:rPr lang="en-US" dirty="0"/>
              <a:t> -&gt; </a:t>
            </a:r>
            <a:r>
              <a:rPr lang="en-US" dirty="0" err="1"/>
              <a:t>lm</a:t>
            </a:r>
            <a:r>
              <a:rPr lang="en-US" dirty="0"/>
              <a:t> head</a:t>
            </a:r>
          </a:p>
          <a:p>
            <a:r>
              <a:rPr lang="en-US" dirty="0"/>
              <a:t> -&gt; generated text answer</a:t>
            </a:r>
          </a:p>
        </p:txBody>
      </p:sp>
    </p:spTree>
    <p:extLst>
      <p:ext uri="{BB962C8B-B14F-4D97-AF65-F5344CB8AC3E}">
        <p14:creationId xmlns:p14="http://schemas.microsoft.com/office/powerpoint/2010/main" val="415403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2CD0A8B5-A948-56DE-4F7B-338BE23AE60D}"/>
              </a:ext>
            </a:extLst>
          </p:cNvPr>
          <p:cNvSpPr/>
          <p:nvPr/>
        </p:nvSpPr>
        <p:spPr>
          <a:xfrm>
            <a:off x="4914167" y="333921"/>
            <a:ext cx="6664560" cy="3581587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66CD70B-3997-E535-C310-3F86D9F14847}"/>
              </a:ext>
            </a:extLst>
          </p:cNvPr>
          <p:cNvSpPr/>
          <p:nvPr/>
        </p:nvSpPr>
        <p:spPr>
          <a:xfrm>
            <a:off x="5157471" y="1838071"/>
            <a:ext cx="1133613" cy="2863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err="1">
                <a:solidFill>
                  <a:schemeClr val="tx1"/>
                </a:solidFill>
              </a:rPr>
              <a:t>NanoVLM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4241A81B-9F61-A630-8B8A-BE611C0C9531}"/>
              </a:ext>
            </a:extLst>
          </p:cNvPr>
          <p:cNvSpPr/>
          <p:nvPr/>
        </p:nvSpPr>
        <p:spPr>
          <a:xfrm>
            <a:off x="5098855" y="1732563"/>
            <a:ext cx="1133613" cy="2863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err="1">
                <a:solidFill>
                  <a:schemeClr val="tx1"/>
                </a:solidFill>
              </a:rPr>
              <a:t>NanoVLM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5C1EE247-48DB-9F98-AC2E-0AD24F1C6681}"/>
              </a:ext>
            </a:extLst>
          </p:cNvPr>
          <p:cNvSpPr/>
          <p:nvPr/>
        </p:nvSpPr>
        <p:spPr>
          <a:xfrm>
            <a:off x="5191107" y="1193822"/>
            <a:ext cx="1067598" cy="26147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Output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text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CCDA6B-8DAC-6779-0300-D1ABD7723CD6}"/>
              </a:ext>
            </a:extLst>
          </p:cNvPr>
          <p:cNvSpPr/>
          <p:nvPr/>
        </p:nvSpPr>
        <p:spPr>
          <a:xfrm>
            <a:off x="5131153" y="1123105"/>
            <a:ext cx="1067598" cy="26147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Output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text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A612EF7E-0F09-5D74-B404-DAD3FB3A3D85}"/>
              </a:ext>
            </a:extLst>
          </p:cNvPr>
          <p:cNvSpPr/>
          <p:nvPr/>
        </p:nvSpPr>
        <p:spPr>
          <a:xfrm>
            <a:off x="5062732" y="1040686"/>
            <a:ext cx="1067598" cy="26147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Output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text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29298D02-0D7B-A3E5-8525-20BA77383CAE}"/>
              </a:ext>
            </a:extLst>
          </p:cNvPr>
          <p:cNvSpPr/>
          <p:nvPr/>
        </p:nvSpPr>
        <p:spPr>
          <a:xfrm>
            <a:off x="457200" y="4570247"/>
            <a:ext cx="11195538" cy="1940163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6FD5FE4-87AE-7C7D-3732-307D2C1DA2B0}"/>
              </a:ext>
            </a:extLst>
          </p:cNvPr>
          <p:cNvSpPr txBox="1"/>
          <p:nvPr/>
        </p:nvSpPr>
        <p:spPr>
          <a:xfrm>
            <a:off x="4108496" y="5121089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Split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Position</a:t>
            </a:r>
            <a:r>
              <a:rPr lang="zh-CN" altLang="en-US" sz="1400" dirty="0"/>
              <a:t> </a:t>
            </a:r>
            <a:r>
              <a:rPr lang="en-US" altLang="zh-CN" sz="1400" dirty="0"/>
              <a:t>Embedding</a:t>
            </a:r>
            <a:endParaRPr lang="en-US" sz="1400" dirty="0"/>
          </a:p>
        </p:txBody>
      </p:sp>
      <p:pic>
        <p:nvPicPr>
          <p:cNvPr id="95" name="Picture 94">
            <a:extLst>
              <a:ext uri="{FF2B5EF4-FFF2-40B4-BE49-F238E27FC236}">
                <a16:creationId xmlns:a16="http://schemas.microsoft.com/office/drawing/2014/main" id="{82701329-01B4-6241-5F8E-FF1FCD188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960" y="5417848"/>
            <a:ext cx="941817" cy="928458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BCCF3236-A221-B990-DA6A-474540A36AC7}"/>
              </a:ext>
            </a:extLst>
          </p:cNvPr>
          <p:cNvSpPr txBox="1"/>
          <p:nvPr/>
        </p:nvSpPr>
        <p:spPr>
          <a:xfrm>
            <a:off x="2217939" y="5121089"/>
            <a:ext cx="1387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Resize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Patch</a:t>
            </a:r>
            <a:r>
              <a:rPr lang="zh-CN" altLang="en-US" sz="1400" dirty="0"/>
              <a:t> </a:t>
            </a:r>
            <a:endParaRPr lang="en-US" sz="1400" dirty="0"/>
          </a:p>
        </p:txBody>
      </p:sp>
      <p:sp>
        <p:nvSpPr>
          <p:cNvPr id="98" name="Can 97">
            <a:extLst>
              <a:ext uri="{FF2B5EF4-FFF2-40B4-BE49-F238E27FC236}">
                <a16:creationId xmlns:a16="http://schemas.microsoft.com/office/drawing/2014/main" id="{5B80560D-7226-7073-5026-287D56BD0A19}"/>
              </a:ext>
            </a:extLst>
          </p:cNvPr>
          <p:cNvSpPr/>
          <p:nvPr/>
        </p:nvSpPr>
        <p:spPr>
          <a:xfrm>
            <a:off x="821443" y="5355120"/>
            <a:ext cx="1008043" cy="969484"/>
          </a:xfrm>
          <a:prstGeom prst="can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Image</a:t>
            </a:r>
            <a:r>
              <a:rPr lang="zh-CN" altLang="en-US" dirty="0"/>
              <a:t> </a:t>
            </a:r>
            <a:r>
              <a:rPr lang="en-US" altLang="zh-CN" dirty="0"/>
              <a:t>Dataset</a:t>
            </a:r>
            <a:endParaRPr 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898C339-698F-CEBE-1C2E-2BA2CBA0426C}"/>
              </a:ext>
            </a:extLst>
          </p:cNvPr>
          <p:cNvSpPr txBox="1"/>
          <p:nvPr/>
        </p:nvSpPr>
        <p:spPr>
          <a:xfrm>
            <a:off x="5851345" y="4792985"/>
            <a:ext cx="160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Edge</a:t>
            </a:r>
            <a:r>
              <a:rPr lang="zh-CN" altLang="en-US" dirty="0"/>
              <a:t> </a:t>
            </a:r>
            <a:r>
              <a:rPr lang="en-US" altLang="zh-CN" dirty="0"/>
              <a:t>layer</a:t>
            </a:r>
            <a:endParaRPr lang="en-US" dirty="0"/>
          </a:p>
        </p:txBody>
      </p:sp>
      <p:sp>
        <p:nvSpPr>
          <p:cNvPr id="108" name="Right Arrow 107">
            <a:extLst>
              <a:ext uri="{FF2B5EF4-FFF2-40B4-BE49-F238E27FC236}">
                <a16:creationId xmlns:a16="http://schemas.microsoft.com/office/drawing/2014/main" id="{07CA554A-2E36-44E7-2695-33EC01B84569}"/>
              </a:ext>
            </a:extLst>
          </p:cNvPr>
          <p:cNvSpPr/>
          <p:nvPr/>
        </p:nvSpPr>
        <p:spPr>
          <a:xfrm>
            <a:off x="3453281" y="5677552"/>
            <a:ext cx="563430" cy="345201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ight Arrow 108">
            <a:extLst>
              <a:ext uri="{FF2B5EF4-FFF2-40B4-BE49-F238E27FC236}">
                <a16:creationId xmlns:a16="http://schemas.microsoft.com/office/drawing/2014/main" id="{8992D15B-AAEE-242C-B6AC-9AB31962A241}"/>
              </a:ext>
            </a:extLst>
          </p:cNvPr>
          <p:cNvSpPr/>
          <p:nvPr/>
        </p:nvSpPr>
        <p:spPr>
          <a:xfrm>
            <a:off x="1947487" y="5699492"/>
            <a:ext cx="433311" cy="301319"/>
          </a:xfrm>
          <a:prstGeom prst="rightArrow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7EBC1A99-CCAC-5D05-EE4D-75D7F43BB26C}"/>
              </a:ext>
            </a:extLst>
          </p:cNvPr>
          <p:cNvSpPr/>
          <p:nvPr/>
        </p:nvSpPr>
        <p:spPr>
          <a:xfrm>
            <a:off x="457202" y="347590"/>
            <a:ext cx="3827429" cy="3567918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15B0621-85FA-801B-74E5-9ED5E3E83454}"/>
              </a:ext>
            </a:extLst>
          </p:cNvPr>
          <p:cNvSpPr txBox="1"/>
          <p:nvPr/>
        </p:nvSpPr>
        <p:spPr>
          <a:xfrm>
            <a:off x="1564039" y="369193"/>
            <a:ext cx="1751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Cloud</a:t>
            </a:r>
            <a:r>
              <a:rPr lang="zh-CN" altLang="en-US" dirty="0"/>
              <a:t> </a:t>
            </a:r>
            <a:r>
              <a:rPr lang="en-US" altLang="zh-CN" dirty="0"/>
              <a:t>Service</a:t>
            </a:r>
            <a:endParaRPr lang="en-US" dirty="0"/>
          </a:p>
        </p:txBody>
      </p:sp>
      <p:sp>
        <p:nvSpPr>
          <p:cNvPr id="112" name="Right Arrow 111">
            <a:extLst>
              <a:ext uri="{FF2B5EF4-FFF2-40B4-BE49-F238E27FC236}">
                <a16:creationId xmlns:a16="http://schemas.microsoft.com/office/drawing/2014/main" id="{83AA4F44-F259-B634-F88D-F1C904477A0F}"/>
              </a:ext>
            </a:extLst>
          </p:cNvPr>
          <p:cNvSpPr/>
          <p:nvPr/>
        </p:nvSpPr>
        <p:spPr>
          <a:xfrm>
            <a:off x="6458462" y="5741400"/>
            <a:ext cx="941817" cy="281354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D5163FF7-519D-44CF-1598-5A0EB9CADE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4848" y="5508639"/>
            <a:ext cx="797508" cy="797508"/>
          </a:xfrm>
          <a:prstGeom prst="rect">
            <a:avLst/>
          </a:prstGeom>
        </p:spPr>
      </p:pic>
      <p:sp>
        <p:nvSpPr>
          <p:cNvPr id="114" name="TextBox 113">
            <a:extLst>
              <a:ext uri="{FF2B5EF4-FFF2-40B4-BE49-F238E27FC236}">
                <a16:creationId xmlns:a16="http://schemas.microsoft.com/office/drawing/2014/main" id="{87B42F7E-263E-0B6A-902D-F0F9D3DF2A46}"/>
              </a:ext>
            </a:extLst>
          </p:cNvPr>
          <p:cNvSpPr txBox="1"/>
          <p:nvPr/>
        </p:nvSpPr>
        <p:spPr>
          <a:xfrm>
            <a:off x="7366300" y="5121089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/>
              <a:t>Encypted</a:t>
            </a:r>
            <a:r>
              <a:rPr lang="zh-CN" altLang="en-US" sz="1400" dirty="0"/>
              <a:t> </a:t>
            </a:r>
            <a:r>
              <a:rPr lang="en-US" altLang="zh-CN" sz="1400" dirty="0"/>
              <a:t>data</a:t>
            </a:r>
            <a:endParaRPr lang="en-US" sz="1400" dirty="0"/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9B55552B-CAB8-2416-3762-9F2DCD18B7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696" y="5421917"/>
            <a:ext cx="941817" cy="941817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63997B99-74B0-040E-B52E-D4343DB5A519}"/>
              </a:ext>
            </a:extLst>
          </p:cNvPr>
          <p:cNvSpPr txBox="1"/>
          <p:nvPr/>
        </p:nvSpPr>
        <p:spPr>
          <a:xfrm>
            <a:off x="9362483" y="5121089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Metadata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encoder</a:t>
            </a:r>
            <a:endParaRPr lang="en-US" sz="1400" dirty="0"/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45F576A8-E3A8-218C-7459-267BFDCF0E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48" y="5427727"/>
            <a:ext cx="907873" cy="907873"/>
          </a:xfrm>
          <a:prstGeom prst="rect">
            <a:avLst/>
          </a:prstGeom>
        </p:spPr>
      </p:pic>
      <p:sp>
        <p:nvSpPr>
          <p:cNvPr id="119" name="TextBox 118">
            <a:extLst>
              <a:ext uri="{FF2B5EF4-FFF2-40B4-BE49-F238E27FC236}">
                <a16:creationId xmlns:a16="http://schemas.microsoft.com/office/drawing/2014/main" id="{4736DC92-8B38-D0DB-E31C-F99C86253667}"/>
              </a:ext>
            </a:extLst>
          </p:cNvPr>
          <p:cNvSpPr txBox="1"/>
          <p:nvPr/>
        </p:nvSpPr>
        <p:spPr>
          <a:xfrm>
            <a:off x="10186654" y="5514934"/>
            <a:ext cx="844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/>
              <a:t>+</a:t>
            </a:r>
            <a:endParaRPr lang="en-US" sz="4800" dirty="0"/>
          </a:p>
        </p:txBody>
      </p:sp>
      <p:cxnSp>
        <p:nvCxnSpPr>
          <p:cNvPr id="127" name="Elbow Connector 126">
            <a:extLst>
              <a:ext uri="{FF2B5EF4-FFF2-40B4-BE49-F238E27FC236}">
                <a16:creationId xmlns:a16="http://schemas.microsoft.com/office/drawing/2014/main" id="{0573E0EC-E657-6C44-D713-95C27F9BA53D}"/>
              </a:ext>
            </a:extLst>
          </p:cNvPr>
          <p:cNvCxnSpPr>
            <a:cxnSpLocks/>
            <a:stCxn id="110" idx="1"/>
            <a:endCxn id="99" idx="3"/>
          </p:cNvCxnSpPr>
          <p:nvPr/>
        </p:nvCxnSpPr>
        <p:spPr>
          <a:xfrm rot="10800000" flipH="1" flipV="1">
            <a:off x="457202" y="2131549"/>
            <a:ext cx="11195536" cy="3408780"/>
          </a:xfrm>
          <a:prstGeom prst="bentConnector5">
            <a:avLst>
              <a:gd name="adj1" fmla="val -2042"/>
              <a:gd name="adj2" fmla="val 61938"/>
              <a:gd name="adj3" fmla="val 102042"/>
            </a:avLst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2DAB9230-1751-37DD-D964-89DF8CDC4E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554" y="1123653"/>
            <a:ext cx="2640860" cy="816607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26040C58-425C-5001-889E-177C33309617}"/>
              </a:ext>
            </a:extLst>
          </p:cNvPr>
          <p:cNvSpPr txBox="1"/>
          <p:nvPr/>
        </p:nvSpPr>
        <p:spPr>
          <a:xfrm>
            <a:off x="1477863" y="759564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Reconstruct</a:t>
            </a:r>
            <a:r>
              <a:rPr lang="zh-CN" altLang="en-US" sz="1400" dirty="0"/>
              <a:t> </a:t>
            </a:r>
            <a:r>
              <a:rPr lang="en-US" altLang="zh-CN" sz="1400" dirty="0"/>
              <a:t>embedding</a:t>
            </a:r>
            <a:endParaRPr lang="en-US" sz="1400" dirty="0"/>
          </a:p>
        </p:txBody>
      </p:sp>
      <p:pic>
        <p:nvPicPr>
          <p:cNvPr id="140" name="Picture 139">
            <a:extLst>
              <a:ext uri="{FF2B5EF4-FFF2-40B4-BE49-F238E27FC236}">
                <a16:creationId xmlns:a16="http://schemas.microsoft.com/office/drawing/2014/main" id="{6E89CF31-E937-A397-F470-C1752B36E8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6131" y="2840250"/>
            <a:ext cx="914400" cy="914400"/>
          </a:xfrm>
          <a:prstGeom prst="rect">
            <a:avLst/>
          </a:prstGeom>
        </p:spPr>
      </p:pic>
      <p:sp>
        <p:nvSpPr>
          <p:cNvPr id="141" name="TextBox 140">
            <a:extLst>
              <a:ext uri="{FF2B5EF4-FFF2-40B4-BE49-F238E27FC236}">
                <a16:creationId xmlns:a16="http://schemas.microsoft.com/office/drawing/2014/main" id="{E58912BB-F314-8295-1A6C-5CB7AAC9F65F}"/>
              </a:ext>
            </a:extLst>
          </p:cNvPr>
          <p:cNvSpPr txBox="1"/>
          <p:nvPr/>
        </p:nvSpPr>
        <p:spPr>
          <a:xfrm>
            <a:off x="797363" y="2532473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Construct</a:t>
            </a:r>
            <a:r>
              <a:rPr lang="zh-CN" altLang="en-US" sz="1400" dirty="0"/>
              <a:t> </a:t>
            </a:r>
            <a:r>
              <a:rPr lang="en-US" altLang="zh-CN" sz="1400" dirty="0"/>
              <a:t>prompt</a:t>
            </a:r>
            <a:endParaRPr lang="en-US" sz="1400" dirty="0"/>
          </a:p>
        </p:txBody>
      </p:sp>
      <p:sp>
        <p:nvSpPr>
          <p:cNvPr id="142" name="Right Arrow 141">
            <a:extLst>
              <a:ext uri="{FF2B5EF4-FFF2-40B4-BE49-F238E27FC236}">
                <a16:creationId xmlns:a16="http://schemas.microsoft.com/office/drawing/2014/main" id="{161178A5-B23A-8F83-2A37-25756566DBCF}"/>
              </a:ext>
            </a:extLst>
          </p:cNvPr>
          <p:cNvSpPr/>
          <p:nvPr/>
        </p:nvSpPr>
        <p:spPr>
          <a:xfrm rot="5400000">
            <a:off x="2169890" y="2070614"/>
            <a:ext cx="402051" cy="345201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ight Arrow 142">
            <a:extLst>
              <a:ext uri="{FF2B5EF4-FFF2-40B4-BE49-F238E27FC236}">
                <a16:creationId xmlns:a16="http://schemas.microsoft.com/office/drawing/2014/main" id="{06C00B86-FCCF-0594-552F-1B2AA1C69644}"/>
              </a:ext>
            </a:extLst>
          </p:cNvPr>
          <p:cNvSpPr/>
          <p:nvPr/>
        </p:nvSpPr>
        <p:spPr>
          <a:xfrm>
            <a:off x="2130869" y="3095148"/>
            <a:ext cx="563430" cy="285873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469385C-D6E3-CE87-4D9A-592AAFD329E4}"/>
              </a:ext>
            </a:extLst>
          </p:cNvPr>
          <p:cNvSpPr txBox="1"/>
          <p:nvPr/>
        </p:nvSpPr>
        <p:spPr>
          <a:xfrm>
            <a:off x="7416028" y="391845"/>
            <a:ext cx="2179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Evaluation</a:t>
            </a:r>
            <a:r>
              <a:rPr lang="zh-CN" altLang="en-US" dirty="0"/>
              <a:t> </a:t>
            </a:r>
            <a:r>
              <a:rPr lang="en-US" altLang="zh-CN" dirty="0"/>
              <a:t>scripts</a:t>
            </a:r>
            <a:endParaRPr lang="en-US" dirty="0"/>
          </a:p>
        </p:txBody>
      </p:sp>
      <p:pic>
        <p:nvPicPr>
          <p:cNvPr id="146" name="Picture 145">
            <a:extLst>
              <a:ext uri="{FF2B5EF4-FFF2-40B4-BE49-F238E27FC236}">
                <a16:creationId xmlns:a16="http://schemas.microsoft.com/office/drawing/2014/main" id="{7F2E7E1C-E5E6-1474-01F5-6F1BF7F9E1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7650" y="2808346"/>
            <a:ext cx="826764" cy="826764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FA9691AB-BFEC-1BE3-5A87-305AF1D91BB3}"/>
              </a:ext>
            </a:extLst>
          </p:cNvPr>
          <p:cNvSpPr txBox="1"/>
          <p:nvPr/>
        </p:nvSpPr>
        <p:spPr>
          <a:xfrm>
            <a:off x="2702141" y="2500568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Generate</a:t>
            </a:r>
            <a:r>
              <a:rPr lang="zh-CN" altLang="en-US" sz="1400" dirty="0"/>
              <a:t> </a:t>
            </a:r>
            <a:r>
              <a:rPr lang="en-US" altLang="zh-CN" sz="1400" dirty="0"/>
              <a:t>text</a:t>
            </a:r>
            <a:endParaRPr lang="en-US" sz="1400" dirty="0"/>
          </a:p>
        </p:txBody>
      </p:sp>
      <p:sp>
        <p:nvSpPr>
          <p:cNvPr id="150" name="Manual Operation 149">
            <a:extLst>
              <a:ext uri="{FF2B5EF4-FFF2-40B4-BE49-F238E27FC236}">
                <a16:creationId xmlns:a16="http://schemas.microsoft.com/office/drawing/2014/main" id="{5E1C9B84-61FD-6346-1911-F5229E8BA03F}"/>
              </a:ext>
            </a:extLst>
          </p:cNvPr>
          <p:cNvSpPr/>
          <p:nvPr/>
        </p:nvSpPr>
        <p:spPr>
          <a:xfrm rot="16200000">
            <a:off x="6273719" y="1168619"/>
            <a:ext cx="1333314" cy="687048"/>
          </a:xfrm>
          <a:prstGeom prst="flowChartManualOperation">
            <a:avLst/>
          </a:prstGeom>
          <a:solidFill>
            <a:srgbClr val="DDD6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Encoder</a:t>
            </a:r>
            <a:endParaRPr 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52" name="Table 151">
            <a:extLst>
              <a:ext uri="{FF2B5EF4-FFF2-40B4-BE49-F238E27FC236}">
                <a16:creationId xmlns:a16="http://schemas.microsoft.com/office/drawing/2014/main" id="{0080C852-815E-28FA-BD57-6ED5B1124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8016460"/>
              </p:ext>
            </p:extLst>
          </p:nvPr>
        </p:nvGraphicFramePr>
        <p:xfrm>
          <a:off x="7831596" y="1044435"/>
          <a:ext cx="1446932" cy="304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61733">
                  <a:extLst>
                    <a:ext uri="{9D8B030D-6E8A-4147-A177-3AD203B41FA5}">
                      <a16:colId xmlns:a16="http://schemas.microsoft.com/office/drawing/2014/main" val="81957769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7902311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4119586817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047394699"/>
                    </a:ext>
                  </a:extLst>
                </a:gridCol>
              </a:tblGrid>
              <a:tr h="228465"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T1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T2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CN" sz="800" b="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670762"/>
                  </a:ext>
                </a:extLst>
              </a:tr>
            </a:tbl>
          </a:graphicData>
        </a:graphic>
      </p:graphicFrame>
      <p:graphicFrame>
        <p:nvGraphicFramePr>
          <p:cNvPr id="154" name="Table 153">
            <a:extLst>
              <a:ext uri="{FF2B5EF4-FFF2-40B4-BE49-F238E27FC236}">
                <a16:creationId xmlns:a16="http://schemas.microsoft.com/office/drawing/2014/main" id="{EF3B6D86-8E31-5C3E-0ED5-A569A931B7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039738"/>
              </p:ext>
            </p:extLst>
          </p:nvPr>
        </p:nvGraphicFramePr>
        <p:xfrm>
          <a:off x="7831595" y="1675470"/>
          <a:ext cx="1446932" cy="304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61733">
                  <a:extLst>
                    <a:ext uri="{9D8B030D-6E8A-4147-A177-3AD203B41FA5}">
                      <a16:colId xmlns:a16="http://schemas.microsoft.com/office/drawing/2014/main" val="81957769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7902311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4119586817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047394699"/>
                    </a:ext>
                  </a:extLst>
                </a:gridCol>
              </a:tblGrid>
              <a:tr h="228465"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T1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T2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CN" sz="800" b="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670762"/>
                  </a:ext>
                </a:extLst>
              </a:tr>
            </a:tbl>
          </a:graphicData>
        </a:graphic>
      </p:graphicFrame>
      <p:sp>
        <p:nvSpPr>
          <p:cNvPr id="158" name="Rectangle 157">
            <a:extLst>
              <a:ext uri="{FF2B5EF4-FFF2-40B4-BE49-F238E27FC236}">
                <a16:creationId xmlns:a16="http://schemas.microsoft.com/office/drawing/2014/main" id="{AEC27C49-4E47-3B27-07CC-C452DF03CD96}"/>
              </a:ext>
            </a:extLst>
          </p:cNvPr>
          <p:cNvSpPr/>
          <p:nvPr/>
        </p:nvSpPr>
        <p:spPr>
          <a:xfrm>
            <a:off x="5028516" y="1662224"/>
            <a:ext cx="1133613" cy="2863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err="1">
                <a:solidFill>
                  <a:schemeClr val="tx1"/>
                </a:solidFill>
              </a:rPr>
              <a:t>NanoVLM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D93B7D9E-76CF-5319-CE81-FFD6AF7E5FD1}"/>
              </a:ext>
            </a:extLst>
          </p:cNvPr>
          <p:cNvCxnSpPr>
            <a:cxnSpLocks/>
            <a:stCxn id="155" idx="3"/>
          </p:cNvCxnSpPr>
          <p:nvPr/>
        </p:nvCxnSpPr>
        <p:spPr>
          <a:xfrm>
            <a:off x="6130330" y="1171422"/>
            <a:ext cx="466522" cy="4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ED6B62CE-4155-9CC1-0C5B-3795A4A8B34E}"/>
              </a:ext>
            </a:extLst>
          </p:cNvPr>
          <p:cNvCxnSpPr>
            <a:cxnSpLocks/>
            <a:stCxn id="158" idx="3"/>
          </p:cNvCxnSpPr>
          <p:nvPr/>
        </p:nvCxnSpPr>
        <p:spPr>
          <a:xfrm>
            <a:off x="6162129" y="1805405"/>
            <a:ext cx="4347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A86CC193-B28C-E2EA-FDE9-7A26A33C729F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7283900" y="1827870"/>
            <a:ext cx="5476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05619EB8-5FC9-BC3E-C27F-1BEBC37C0D34}"/>
              </a:ext>
            </a:extLst>
          </p:cNvPr>
          <p:cNvCxnSpPr>
            <a:cxnSpLocks/>
            <a:endCxn id="152" idx="1"/>
          </p:cNvCxnSpPr>
          <p:nvPr/>
        </p:nvCxnSpPr>
        <p:spPr>
          <a:xfrm>
            <a:off x="7283900" y="1187520"/>
            <a:ext cx="547696" cy="9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3" name="Picture 192" descr="Mastering Cosine Metrics: A Data Scientist's Essential Toolkit | by Shubham  Sangole | Python in Plain English">
            <a:extLst>
              <a:ext uri="{FF2B5EF4-FFF2-40B4-BE49-F238E27FC236}">
                <a16:creationId xmlns:a16="http://schemas.microsoft.com/office/drawing/2014/main" id="{99DD3463-D326-EDC4-6B2D-66ED684281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40681" y="824487"/>
            <a:ext cx="1718236" cy="1365998"/>
          </a:xfrm>
          <a:prstGeom prst="rect">
            <a:avLst/>
          </a:prstGeom>
        </p:spPr>
      </p:pic>
      <p:sp>
        <p:nvSpPr>
          <p:cNvPr id="194" name="Right Arrow 193">
            <a:extLst>
              <a:ext uri="{FF2B5EF4-FFF2-40B4-BE49-F238E27FC236}">
                <a16:creationId xmlns:a16="http://schemas.microsoft.com/office/drawing/2014/main" id="{EB88069A-90E2-5118-D313-922CE526AB5A}"/>
              </a:ext>
            </a:extLst>
          </p:cNvPr>
          <p:cNvSpPr/>
          <p:nvPr/>
        </p:nvSpPr>
        <p:spPr>
          <a:xfrm>
            <a:off x="9357415" y="1364550"/>
            <a:ext cx="563430" cy="285873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Right Arrow 195">
            <a:extLst>
              <a:ext uri="{FF2B5EF4-FFF2-40B4-BE49-F238E27FC236}">
                <a16:creationId xmlns:a16="http://schemas.microsoft.com/office/drawing/2014/main" id="{440EBA3A-420D-42CD-11AE-51A627FB67B3}"/>
              </a:ext>
            </a:extLst>
          </p:cNvPr>
          <p:cNvSpPr/>
          <p:nvPr/>
        </p:nvSpPr>
        <p:spPr>
          <a:xfrm>
            <a:off x="4324710" y="1982027"/>
            <a:ext cx="563430" cy="285873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2C01BB3-5A0C-8440-3C05-FF765BBA333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46731" y="5399576"/>
            <a:ext cx="2104956" cy="936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6D9C-F7FF-AE3E-645D-471C1C9E7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</a:t>
            </a:r>
            <a:r>
              <a:rPr lang="zh-CN" altLang="en-US" dirty="0"/>
              <a:t> </a:t>
            </a:r>
            <a:r>
              <a:rPr lang="en-US" altLang="zh-CN" dirty="0"/>
              <a:t>Review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C73BD-704C-815A-3932-EA5429BDE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Current</a:t>
            </a:r>
            <a:r>
              <a:rPr lang="zh-CN" altLang="en-US" dirty="0"/>
              <a:t> </a:t>
            </a:r>
            <a:r>
              <a:rPr lang="en-US" altLang="zh-CN" dirty="0"/>
              <a:t>Problem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constrain</a:t>
            </a:r>
            <a:r>
              <a:rPr lang="zh-CN" altLang="en-US" dirty="0"/>
              <a:t> </a:t>
            </a:r>
            <a:r>
              <a:rPr lang="en-US" altLang="zh-CN" dirty="0"/>
              <a:t>--</a:t>
            </a:r>
            <a:r>
              <a:rPr lang="zh-CN" altLang="en-US" dirty="0"/>
              <a:t>  </a:t>
            </a:r>
            <a:r>
              <a:rPr lang="en-US" altLang="zh-CN" dirty="0"/>
              <a:t>Survey</a:t>
            </a:r>
          </a:p>
          <a:p>
            <a:r>
              <a:rPr lang="en-US" dirty="0"/>
              <a:t>Privacy</a:t>
            </a:r>
            <a:r>
              <a:rPr lang="zh-CN" altLang="en-US" dirty="0"/>
              <a:t> </a:t>
            </a:r>
            <a:r>
              <a:rPr lang="en-US" altLang="zh-CN" dirty="0"/>
              <a:t>Preserving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Security</a:t>
            </a:r>
          </a:p>
          <a:p>
            <a:pPr lvl="1"/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Fine-tuning</a:t>
            </a:r>
            <a:r>
              <a:rPr lang="zh-CN" altLang="en-US" dirty="0"/>
              <a:t> </a:t>
            </a:r>
            <a:r>
              <a:rPr lang="en-US" altLang="zh-CN" dirty="0"/>
              <a:t>Phase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Encryption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FHE</a:t>
            </a:r>
          </a:p>
          <a:p>
            <a:pPr lvl="1"/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Inference</a:t>
            </a:r>
            <a:r>
              <a:rPr lang="zh-CN" altLang="en-US" dirty="0"/>
              <a:t> </a:t>
            </a:r>
            <a:r>
              <a:rPr lang="en-US" altLang="zh-CN" dirty="0"/>
              <a:t>Phase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split</a:t>
            </a:r>
            <a:r>
              <a:rPr lang="zh-CN" altLang="en-US" dirty="0"/>
              <a:t> </a:t>
            </a:r>
            <a:r>
              <a:rPr lang="en-US" altLang="zh-CN" dirty="0"/>
              <a:t>learning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Encryption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MAC</a:t>
            </a:r>
            <a:endParaRPr lang="en-GB" altLang="zh-CN" dirty="0"/>
          </a:p>
          <a:p>
            <a:pPr lvl="1"/>
            <a:r>
              <a:rPr lang="en-US" altLang="zh-CN" dirty="0"/>
              <a:t>Authentication:</a:t>
            </a:r>
            <a:r>
              <a:rPr lang="zh-CN" altLang="en-US" dirty="0"/>
              <a:t> </a:t>
            </a:r>
            <a:endParaRPr lang="en-US" altLang="zh-CN" dirty="0"/>
          </a:p>
          <a:p>
            <a:pPr lvl="1"/>
            <a:endParaRPr lang="en-US" altLang="zh-CN" dirty="0"/>
          </a:p>
          <a:p>
            <a:r>
              <a:rPr lang="en-US" altLang="zh-CN" dirty="0"/>
              <a:t>Security</a:t>
            </a:r>
            <a:r>
              <a:rPr lang="zh-CN" altLang="en-US" dirty="0"/>
              <a:t> </a:t>
            </a:r>
            <a:r>
              <a:rPr lang="en-GB" dirty="0" err="1"/>
              <a:t>Machanism</a:t>
            </a:r>
            <a:r>
              <a:rPr lang="zh-CN" altLang="en-US" dirty="0"/>
              <a:t>：</a:t>
            </a:r>
            <a:endParaRPr lang="en-GB" altLang="zh-CN" dirty="0"/>
          </a:p>
          <a:p>
            <a:pPr lvl="1"/>
            <a:r>
              <a:rPr lang="en-US" altLang="zh-CN" dirty="0"/>
              <a:t>Encryption:</a:t>
            </a:r>
            <a:r>
              <a:rPr lang="zh-CN" altLang="en-US" dirty="0"/>
              <a:t> </a:t>
            </a:r>
            <a:endParaRPr lang="en-US" altLang="zh-CN" dirty="0"/>
          </a:p>
          <a:p>
            <a:pPr lvl="1"/>
            <a:r>
              <a:rPr lang="en-US" altLang="zh-CN" dirty="0"/>
              <a:t>Authentication:</a:t>
            </a:r>
            <a:r>
              <a:rPr lang="zh-CN" altLang="en-US" dirty="0"/>
              <a:t> </a:t>
            </a:r>
            <a:endParaRPr lang="en-GB" altLang="zh-CN" dirty="0"/>
          </a:p>
          <a:p>
            <a:pPr lvl="1"/>
            <a:r>
              <a:rPr lang="en-US" altLang="zh-CN" dirty="0"/>
              <a:t>Protocol:</a:t>
            </a:r>
            <a:r>
              <a:rPr lang="zh-CN" altLang="en-US" dirty="0"/>
              <a:t> </a:t>
            </a:r>
            <a:endParaRPr lang="en-GB" altLang="zh-CN" dirty="0"/>
          </a:p>
          <a:p>
            <a:pPr lvl="1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82110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53DB8-82F7-0B81-C61D-FA7DDD94C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B08B2-5870-4D2D-7A48-0DA509FCC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Current Industry Practice</a:t>
            </a:r>
            <a:r>
              <a:rPr lang="zh-CN" altLang="en-US" b="1" dirty="0"/>
              <a:t> </a:t>
            </a:r>
            <a:r>
              <a:rPr lang="en-US" altLang="zh-CN" dirty="0"/>
              <a:t>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38A744-ED02-6C5A-FD54-B4E597303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dirty="0"/>
              <a:t>Direct raw image transmission via REST</a:t>
            </a:r>
            <a:r>
              <a:rPr lang="en-US" altLang="zh-CN" b="1" dirty="0"/>
              <a:t>/RPC</a:t>
            </a:r>
            <a:r>
              <a:rPr lang="en-GB" b="1" dirty="0"/>
              <a:t> API</a:t>
            </a:r>
          </a:p>
          <a:p>
            <a:pPr marL="0" indent="0">
              <a:buNone/>
            </a:pPr>
            <a:r>
              <a:rPr lang="en-GB" dirty="0"/>
              <a:t>Client / camera / in-vehicle system → JPEG/PNG image</a:t>
            </a:r>
            <a:r>
              <a:rPr lang="zh-CN" altLang="en-US" dirty="0"/>
              <a:t> </a:t>
            </a:r>
            <a:r>
              <a:rPr lang="en-US" altLang="zh-CN" dirty="0"/>
              <a:t>-&gt;</a:t>
            </a:r>
            <a:r>
              <a:rPr lang="zh-CN" altLang="en-US" dirty="0"/>
              <a:t> </a:t>
            </a:r>
            <a:r>
              <a:rPr lang="en-GB" dirty="0"/>
              <a:t>Base64 JSON or binary HTTPS POST</a:t>
            </a:r>
            <a:r>
              <a:rPr lang="zh-CN" altLang="en-US" dirty="0"/>
              <a:t> </a:t>
            </a:r>
            <a:r>
              <a:rPr lang="en-US" altLang="zh-CN" dirty="0"/>
              <a:t>-&gt;</a:t>
            </a:r>
            <a:r>
              <a:rPr lang="zh-CN" altLang="en-US" dirty="0"/>
              <a:t> </a:t>
            </a:r>
            <a:r>
              <a:rPr lang="en-GB" dirty="0"/>
              <a:t>cloud inference service → text output</a:t>
            </a:r>
          </a:p>
          <a:p>
            <a:pPr marL="0" indent="0">
              <a:buNone/>
            </a:pPr>
            <a:r>
              <a:rPr lang="en-GB" dirty="0"/>
              <a:t>Main idea:</a:t>
            </a:r>
          </a:p>
          <a:p>
            <a:r>
              <a:rPr lang="en-GB" dirty="0"/>
              <a:t>The original image is directly uploaded to the cloud service.</a:t>
            </a:r>
          </a:p>
          <a:p>
            <a:r>
              <a:rPr lang="en-GB" dirty="0"/>
              <a:t>This is the common design used by many cloud vision APIs.</a:t>
            </a:r>
          </a:p>
          <a:p>
            <a:r>
              <a:rPr lang="en-GB" dirty="0"/>
              <a:t>The cloud performs image understanding, OCR, object detection, or captioning.</a:t>
            </a:r>
          </a:p>
          <a:p>
            <a:pPr marL="0" indent="0">
              <a:buNone/>
            </a:pPr>
            <a:r>
              <a:rPr lang="en-GB" dirty="0"/>
              <a:t>Payload format:</a:t>
            </a:r>
          </a:p>
          <a:p>
            <a:pPr marL="457200" lvl="1" indent="0">
              <a:buNone/>
            </a:pPr>
            <a:r>
              <a:rPr lang="en-GB" dirty="0"/>
              <a:t>Base64 image inside JSON request</a:t>
            </a:r>
            <a:r>
              <a:rPr lang="zh-CN" altLang="en-US" dirty="0"/>
              <a:t>，</a:t>
            </a:r>
            <a:r>
              <a:rPr lang="en-GB" dirty="0"/>
              <a:t>Multipart/form-data binary upload</a:t>
            </a:r>
            <a:r>
              <a:rPr lang="zh-CN" altLang="en-US" dirty="0"/>
              <a:t>，</a:t>
            </a:r>
            <a:r>
              <a:rPr lang="en-GB" dirty="0"/>
              <a:t>application/octet-stream binary upload</a:t>
            </a:r>
          </a:p>
          <a:p>
            <a:pPr marL="457200" lvl="1" indent="0">
              <a:buNone/>
            </a:pPr>
            <a:r>
              <a:rPr lang="en-GB" dirty="0"/>
              <a:t>Encryption:</a:t>
            </a:r>
            <a:r>
              <a:rPr lang="zh-CN" altLang="en-US" dirty="0"/>
              <a:t> </a:t>
            </a:r>
            <a:r>
              <a:rPr lang="en-GB" dirty="0"/>
              <a:t>HTTPS / TLS protects data in transit</a:t>
            </a:r>
          </a:p>
          <a:p>
            <a:pPr marL="457200" lvl="1" indent="0">
              <a:buNone/>
            </a:pPr>
            <a:r>
              <a:rPr lang="en-GB" dirty="0"/>
              <a:t>Authentication:</a:t>
            </a:r>
            <a:r>
              <a:rPr lang="zh-CN" altLang="en-US" dirty="0"/>
              <a:t> </a:t>
            </a:r>
            <a:r>
              <a:rPr lang="en-GB" dirty="0"/>
              <a:t>API key</a:t>
            </a:r>
            <a:r>
              <a:rPr lang="zh-CN" altLang="en-US" dirty="0"/>
              <a:t>，</a:t>
            </a:r>
            <a:r>
              <a:rPr lang="en-GB" dirty="0"/>
              <a:t>Bearer token / OAuth token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Service account / IAM credentials</a:t>
            </a:r>
          </a:p>
          <a:p>
            <a:pPr marL="0" indent="0">
              <a:buNone/>
            </a:pPr>
            <a:r>
              <a:rPr lang="en-GB" dirty="0"/>
              <a:t>Example:</a:t>
            </a:r>
          </a:p>
          <a:p>
            <a:pPr marL="0" indent="0">
              <a:buNone/>
            </a:pPr>
            <a:r>
              <a:rPr lang="en-GB" dirty="0"/>
              <a:t>Google Cloud Vision API</a:t>
            </a:r>
          </a:p>
          <a:p>
            <a:pPr marL="0" indent="0">
              <a:buNone/>
            </a:pPr>
            <a:r>
              <a:rPr lang="en-GB" dirty="0"/>
              <a:t>Azure Computer Vision</a:t>
            </a:r>
          </a:p>
          <a:p>
            <a:pPr marL="0" indent="0">
              <a:buNone/>
            </a:pPr>
            <a:r>
              <a:rPr lang="en-GB" dirty="0"/>
              <a:t>AWS Rekognition</a:t>
            </a:r>
          </a:p>
        </p:txBody>
      </p:sp>
    </p:spTree>
    <p:extLst>
      <p:ext uri="{BB962C8B-B14F-4D97-AF65-F5344CB8AC3E}">
        <p14:creationId xmlns:p14="http://schemas.microsoft.com/office/powerpoint/2010/main" val="3091168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86E9-03F1-372E-5882-3268FCB79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A0D2D-1BA7-4635-B1C3-B7F0282DC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Current Industry Practice</a:t>
            </a:r>
            <a:r>
              <a:rPr lang="zh-CN" altLang="en-US" b="1" dirty="0"/>
              <a:t> </a:t>
            </a:r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C907C-E9ED-6460-EF2F-8B79EB99F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Indirect cloud-storage transmission (offline / asynchronous)</a:t>
            </a:r>
          </a:p>
          <a:p>
            <a:r>
              <a:rPr lang="en-GB" dirty="0"/>
              <a:t> Client / edge device </a:t>
            </a:r>
            <a:r>
              <a:rPr lang="en-US" altLang="zh-CN" dirty="0"/>
              <a:t>-&gt;</a:t>
            </a:r>
            <a:r>
              <a:rPr lang="en-GB" dirty="0"/>
              <a:t> JPEG/PNG image </a:t>
            </a:r>
            <a:r>
              <a:rPr lang="en-US" altLang="zh-CN" dirty="0"/>
              <a:t>-&gt;</a:t>
            </a:r>
            <a:r>
              <a:rPr lang="en-GB" dirty="0"/>
              <a:t> HTTPS upload </a:t>
            </a:r>
            <a:r>
              <a:rPr lang="en-US" altLang="zh-CN" dirty="0"/>
              <a:t>-&gt;</a:t>
            </a:r>
            <a:r>
              <a:rPr lang="en-GB" dirty="0"/>
              <a:t> cloud storage bucket </a:t>
            </a:r>
            <a:r>
              <a:rPr lang="en-US" altLang="zh-CN" dirty="0"/>
              <a:t>-&gt;</a:t>
            </a:r>
            <a:r>
              <a:rPr lang="en-GB" dirty="0"/>
              <a:t> cloud function / inference service reads image </a:t>
            </a:r>
            <a:r>
              <a:rPr lang="en-US" altLang="zh-CN" dirty="0"/>
              <a:t>-&gt;</a:t>
            </a:r>
            <a:r>
              <a:rPr lang="en-GB" dirty="0"/>
              <a:t> model inference → text</a:t>
            </a:r>
          </a:p>
          <a:p>
            <a:r>
              <a:rPr lang="en-GB" dirty="0"/>
              <a:t>Main idea:</a:t>
            </a:r>
          </a:p>
          <a:p>
            <a:pPr lvl="1"/>
            <a:r>
              <a:rPr lang="en-GB" dirty="0"/>
              <a:t>The original image is uploaded to object storage first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Then,</a:t>
            </a:r>
            <a:r>
              <a:rPr lang="zh-CN" altLang="en-US" dirty="0"/>
              <a:t> </a:t>
            </a:r>
            <a:r>
              <a:rPr lang="en-US" altLang="zh-CN" dirty="0"/>
              <a:t>t</a:t>
            </a:r>
            <a:r>
              <a:rPr lang="en-GB" dirty="0"/>
              <a:t>he inference service later reads the image from storage.</a:t>
            </a:r>
            <a:r>
              <a:rPr lang="zh-CN" altLang="en-US" dirty="0"/>
              <a:t> </a:t>
            </a:r>
            <a:r>
              <a:rPr lang="en-GB" dirty="0"/>
              <a:t>This is useful for batch processing, asynchronous inference, and large image files.</a:t>
            </a:r>
          </a:p>
          <a:p>
            <a:pPr lvl="1"/>
            <a:r>
              <a:rPr lang="en-GB" dirty="0"/>
              <a:t>Encryption:</a:t>
            </a:r>
            <a:r>
              <a:rPr lang="zh-CN" altLang="en-US" dirty="0"/>
              <a:t> </a:t>
            </a:r>
            <a:r>
              <a:rPr lang="en-GB" dirty="0"/>
              <a:t>In transit: HTTPS / TLS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At rest: server-side encryption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GB" dirty="0"/>
              <a:t>SSE-S3, SSE-KMS, or Azure/GCP managed encryption</a:t>
            </a:r>
            <a:r>
              <a:rPr lang="en-US" altLang="zh-CN" dirty="0"/>
              <a:t>)</a:t>
            </a:r>
            <a:endParaRPr lang="en-GB" dirty="0"/>
          </a:p>
          <a:p>
            <a:pPr lvl="1"/>
            <a:r>
              <a:rPr lang="en-GB" dirty="0"/>
              <a:t>Authentication:</a:t>
            </a:r>
            <a:r>
              <a:rPr lang="zh-CN" altLang="en-US" dirty="0"/>
              <a:t> </a:t>
            </a:r>
            <a:r>
              <a:rPr lang="en-GB" dirty="0"/>
              <a:t>Pre-signed URL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GB" dirty="0"/>
              <a:t>IAM role / service account</a:t>
            </a:r>
            <a:r>
              <a:rPr lang="en-US" altLang="zh-CN" dirty="0"/>
              <a:t>),</a:t>
            </a:r>
            <a:r>
              <a:rPr lang="zh-CN" altLang="en-US" dirty="0"/>
              <a:t> </a:t>
            </a:r>
            <a:r>
              <a:rPr lang="en-GB" dirty="0"/>
              <a:t>OAuth token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Access key / SAS token, depending on the cloud provider</a:t>
            </a:r>
          </a:p>
          <a:p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instance:</a:t>
            </a:r>
            <a:r>
              <a:rPr lang="zh-CN" altLang="en-US" dirty="0"/>
              <a:t> </a:t>
            </a:r>
            <a:endParaRPr lang="en-GB" altLang="zh-CN" dirty="0"/>
          </a:p>
          <a:p>
            <a:pPr lvl="1"/>
            <a:r>
              <a:rPr lang="en-GB" dirty="0"/>
              <a:t>AWS S3 + Lambda + Rekognition / custom model</a:t>
            </a:r>
          </a:p>
          <a:p>
            <a:pPr lvl="1"/>
            <a:r>
              <a:rPr lang="en-GB" dirty="0"/>
              <a:t>Google Cloud Storage + Cloud Functions + Vision API</a:t>
            </a:r>
          </a:p>
          <a:p>
            <a:pPr lvl="1"/>
            <a:r>
              <a:rPr lang="en-GB" dirty="0"/>
              <a:t>Azure Blob Storage + Azure Functions + Computer Vision</a:t>
            </a:r>
          </a:p>
        </p:txBody>
      </p:sp>
    </p:spTree>
    <p:extLst>
      <p:ext uri="{BB962C8B-B14F-4D97-AF65-F5344CB8AC3E}">
        <p14:creationId xmlns:p14="http://schemas.microsoft.com/office/powerpoint/2010/main" val="72682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833CD-B190-EEAC-84D1-A6647B4F5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C038F-DC02-DEAF-1895-112EEC059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Current Industry Practice</a:t>
            </a:r>
            <a:r>
              <a:rPr lang="zh-CN" altLang="en-US" b="1" dirty="0"/>
              <a:t> </a:t>
            </a:r>
            <a:r>
              <a:rPr lang="en-US" altLang="zh-CN" dirty="0"/>
              <a:t>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26767-4FCA-A0F3-A57E-D3FE9D5F8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MQTT / IoT message broker transmission</a:t>
            </a:r>
          </a:p>
          <a:p>
            <a:r>
              <a:rPr lang="en-GB" dirty="0"/>
              <a:t>Camera / IoT device → JPEG frame → MQTT binary payload or Base64 payload → broker → cloud function / inference service → text</a:t>
            </a:r>
          </a:p>
          <a:p>
            <a:r>
              <a:rPr lang="en-US" altLang="zh-CN" dirty="0"/>
              <a:t>Main</a:t>
            </a:r>
            <a:r>
              <a:rPr lang="zh-CN" altLang="en-US" dirty="0"/>
              <a:t> </a:t>
            </a:r>
            <a:r>
              <a:rPr lang="en-US" altLang="zh-CN" dirty="0"/>
              <a:t>idea:</a:t>
            </a:r>
            <a:r>
              <a:rPr lang="zh-CN" altLang="en-US" dirty="0"/>
              <a:t> </a:t>
            </a:r>
            <a:endParaRPr lang="en-GB" altLang="zh-CN" dirty="0"/>
          </a:p>
          <a:p>
            <a:pPr lvl="1"/>
            <a:r>
              <a:rPr lang="en-GB" dirty="0"/>
              <a:t>Encryption 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dirty="0"/>
              <a:t>MQTT does </a:t>
            </a:r>
            <a:r>
              <a:rPr lang="en-GB" b="1" dirty="0"/>
              <a:t>not normally encrypt messages by itself</a:t>
            </a:r>
            <a:r>
              <a:rPr lang="en-GB" dirty="0"/>
              <a:t>. In real systems, MQTT is secured by running it over </a:t>
            </a:r>
            <a:r>
              <a:rPr lang="en-GB" b="1" dirty="0"/>
              <a:t>TLS/SSL</a:t>
            </a:r>
            <a:r>
              <a:rPr lang="zh-CN" altLang="en-US" b="1" dirty="0"/>
              <a:t> </a:t>
            </a:r>
            <a:r>
              <a:rPr lang="en-US" altLang="zh-CN" b="1" dirty="0"/>
              <a:t>(</a:t>
            </a:r>
            <a:r>
              <a:rPr lang="en-GB" dirty="0"/>
              <a:t>hardware </a:t>
            </a:r>
            <a:r>
              <a:rPr lang="en-US" altLang="zh-CN" dirty="0"/>
              <a:t>support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AES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commonly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embedded,</a:t>
            </a:r>
            <a:r>
              <a:rPr lang="zh-CN" altLang="en-US" dirty="0"/>
              <a:t> </a:t>
            </a:r>
            <a:r>
              <a:rPr lang="en-GB" dirty="0"/>
              <a:t>ChaCha20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faster</a:t>
            </a:r>
            <a:r>
              <a:rPr lang="zh-CN" altLang="en-US" dirty="0"/>
              <a:t> </a:t>
            </a:r>
            <a:r>
              <a:rPr lang="en-US" altLang="zh-CN" dirty="0"/>
              <a:t>option</a:t>
            </a:r>
            <a:r>
              <a:rPr lang="en-US" altLang="zh-CN" b="1" dirty="0"/>
              <a:t>)</a:t>
            </a:r>
          </a:p>
          <a:p>
            <a:pPr lvl="1"/>
            <a:r>
              <a:rPr lang="en-GB" dirty="0"/>
              <a:t>Authentication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dirty="0"/>
              <a:t>MQTT CONNECT packets can include </a:t>
            </a:r>
            <a:r>
              <a:rPr lang="en-GB" b="1" dirty="0"/>
              <a:t>User Name</a:t>
            </a:r>
            <a:r>
              <a:rPr lang="en-GB" dirty="0"/>
              <a:t> and </a:t>
            </a:r>
            <a:r>
              <a:rPr lang="en-GB" b="1" dirty="0"/>
              <a:t>Password</a:t>
            </a:r>
            <a:r>
              <a:rPr lang="en-GB" dirty="0"/>
              <a:t> fields. The broker can use these fields to authenticate the client.</a:t>
            </a:r>
            <a:r>
              <a:rPr lang="zh-CN" altLang="en-US" dirty="0"/>
              <a:t> </a:t>
            </a:r>
            <a:r>
              <a:rPr lang="en-GB" dirty="0"/>
              <a:t>The MQTT 5.0 specification says implementations can use these fields directly, connect them to external authentication systems such as LDAP or OAuth, or use operating-system authentication. </a:t>
            </a:r>
            <a:endParaRPr lang="en-GB" altLang="zh-CN" dirty="0"/>
          </a:p>
          <a:p>
            <a:pPr lvl="1"/>
            <a:endParaRPr lang="en-US" dirty="0"/>
          </a:p>
          <a:p>
            <a:pPr lvl="1"/>
            <a:r>
              <a:rPr lang="en-US" dirty="0"/>
              <a:t>Source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altLang="zh-CN" dirty="0">
                <a:hlinkClick r:id="rId2"/>
              </a:rPr>
              <a:t>https://docs.oasis-open.org/mqtt/mqtt/v5.0/cos02/mqtt-v5.0-cos02</a:t>
            </a:r>
            <a:endParaRPr lang="en-GB" altLang="zh-CN" dirty="0"/>
          </a:p>
          <a:p>
            <a:pPr lvl="1"/>
            <a:r>
              <a:rPr lang="en-US" altLang="zh-CN" dirty="0"/>
              <a:t>Used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in-vehicle</a:t>
            </a:r>
            <a:r>
              <a:rPr lang="zh-CN" altLang="en-US" dirty="0"/>
              <a:t> </a:t>
            </a:r>
            <a:r>
              <a:rPr lang="en-US" altLang="zh-CN" dirty="0"/>
              <a:t>system</a:t>
            </a:r>
            <a:endParaRPr lang="en-US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146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2C24C-AEA6-BE17-5DB3-E933CD76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</a:t>
            </a:r>
            <a:r>
              <a:rPr lang="zh-CN" altLang="en-US" dirty="0"/>
              <a:t> </a:t>
            </a:r>
            <a:r>
              <a:rPr lang="en-US" altLang="zh-CN" dirty="0"/>
              <a:t>review</a:t>
            </a:r>
            <a:r>
              <a:rPr lang="zh-CN" altLang="en-US" dirty="0"/>
              <a:t> </a:t>
            </a:r>
            <a:r>
              <a:rPr lang="en-US" altLang="zh-CN" dirty="0"/>
              <a:t> (basic idea)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6BA2B-3401-4993-B104-0C4DD9C52C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Image transmission protection methods are relevant background.</a:t>
            </a:r>
          </a:p>
          <a:p>
            <a:endParaRPr lang="en-GB" dirty="0"/>
          </a:p>
          <a:p>
            <a:r>
              <a:rPr lang="en-GB" dirty="0"/>
              <a:t>Embedding transmission reduces raw-image exposure, but embeddings are still sensitive.</a:t>
            </a:r>
            <a:r>
              <a:rPr lang="zh-CN" altLang="en-US" dirty="0"/>
              <a:t> </a:t>
            </a:r>
            <a:r>
              <a:rPr lang="en-US" altLang="zh-CN" dirty="0"/>
              <a:t>(background)</a:t>
            </a:r>
            <a:br>
              <a:rPr lang="en-GB" dirty="0"/>
            </a:br>
            <a:endParaRPr lang="en-GB" dirty="0"/>
          </a:p>
          <a:p>
            <a:r>
              <a:rPr lang="en-GB" dirty="0"/>
              <a:t>Narrow down to embedding encryption and authentication combinations (find research gap)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481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34B27-50C9-B3F7-8E23-F04F6994F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Image transmission protection methods are relevant background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66402-3AB0-7EEA-2FFB-34664A8B0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IOT Device </a:t>
            </a:r>
            <a:r>
              <a:rPr lang="en-GB" b="1" dirty="0" err="1"/>
              <a:t>Encyption</a:t>
            </a:r>
            <a:r>
              <a:rPr lang="en-GB" b="1" dirty="0"/>
              <a:t> and Authentication: </a:t>
            </a:r>
          </a:p>
          <a:p>
            <a:pPr lvl="1"/>
            <a:r>
              <a:rPr lang="en-GB" dirty="0"/>
              <a:t>Embedded Systems Authentication and Encryption Using Strong PUF </a:t>
            </a:r>
            <a:r>
              <a:rPr lang="en-GB" dirty="0" err="1"/>
              <a:t>Modeling</a:t>
            </a:r>
            <a:r>
              <a:rPr lang="en-GB" dirty="0"/>
              <a:t> - </a:t>
            </a:r>
            <a:r>
              <a:rPr lang="en-US" altLang="zh-CN" dirty="0"/>
              <a:t>Introducing</a:t>
            </a:r>
            <a:r>
              <a:rPr lang="zh-CN" altLang="en-US" dirty="0"/>
              <a:t> </a:t>
            </a:r>
            <a:r>
              <a:rPr lang="en-US" altLang="zh-CN" dirty="0"/>
              <a:t>that</a:t>
            </a:r>
            <a:r>
              <a:rPr lang="zh-CN" altLang="en-US" dirty="0"/>
              <a:t> </a:t>
            </a:r>
            <a:r>
              <a:rPr lang="en-US" altLang="zh-CN" dirty="0"/>
              <a:t>e</a:t>
            </a:r>
            <a:r>
              <a:rPr lang="en-GB" dirty="0" err="1"/>
              <a:t>mbedded</a:t>
            </a:r>
            <a:r>
              <a:rPr lang="en-GB" dirty="0"/>
              <a:t> devices face several security and performance limitations</a:t>
            </a:r>
            <a:r>
              <a:rPr lang="en-US" altLang="zh-CN" dirty="0"/>
              <a:t>.</a:t>
            </a:r>
            <a:r>
              <a:rPr lang="zh-CN" altLang="en-US" dirty="0"/>
              <a:t>  </a:t>
            </a:r>
            <a:r>
              <a:rPr lang="en-US" altLang="zh-CN" dirty="0"/>
              <a:t>(embedded</a:t>
            </a:r>
            <a:r>
              <a:rPr lang="zh-CN" altLang="en-US" dirty="0"/>
              <a:t> </a:t>
            </a:r>
            <a:r>
              <a:rPr lang="en-US" altLang="zh-CN" dirty="0"/>
              <a:t>encryption)</a:t>
            </a:r>
          </a:p>
          <a:p>
            <a:pPr lvl="1"/>
            <a:r>
              <a:rPr lang="en-GB" dirty="0"/>
              <a:t>ChaCha20-Poly1305 authenticated encryption for high-speed embedded IoT applications (related to MQTT protocol)</a:t>
            </a:r>
          </a:p>
          <a:p>
            <a:pPr lvl="1"/>
            <a:r>
              <a:rPr lang="en-GB" dirty="0"/>
              <a:t>Lightweight Internet of Things Device Authentication, Encryption, and Key Distribution Using End-to-End Neural Cryptosystems</a:t>
            </a:r>
          </a:p>
          <a:p>
            <a:pPr lvl="1"/>
            <a:endParaRPr lang="en-GB" dirty="0"/>
          </a:p>
          <a:p>
            <a:r>
              <a:rPr lang="en-GB" b="1" dirty="0"/>
              <a:t>Image Encryption: </a:t>
            </a:r>
          </a:p>
          <a:p>
            <a:pPr lvl="1"/>
            <a:r>
              <a:rPr lang="en-GB" dirty="0"/>
              <a:t>A Lightweight Image Encryption Algorithm Based on Secure Key Generation </a:t>
            </a:r>
            <a:r>
              <a:rPr lang="zh-CN" altLang="en-US" dirty="0"/>
              <a:t> </a:t>
            </a:r>
            <a:r>
              <a:rPr lang="en-US" altLang="zh-CN" dirty="0"/>
              <a:t>(based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AES)</a:t>
            </a:r>
            <a:endParaRPr lang="en-GB" dirty="0"/>
          </a:p>
          <a:p>
            <a:pPr lvl="1"/>
            <a:endParaRPr lang="en-GB" dirty="0"/>
          </a:p>
          <a:p>
            <a:r>
              <a:rPr lang="en-GB" b="1" dirty="0"/>
              <a:t>Transmission protocol</a:t>
            </a:r>
            <a:r>
              <a:rPr lang="en-US" altLang="zh-CN" b="1" dirty="0"/>
              <a:t>:</a:t>
            </a:r>
            <a:r>
              <a:rPr lang="zh-CN" altLang="en-US" b="1" dirty="0"/>
              <a:t> </a:t>
            </a:r>
            <a:r>
              <a:rPr lang="en-GB" dirty="0"/>
              <a:t>MQTT</a:t>
            </a:r>
            <a:r>
              <a:rPr lang="zh-CN" altLang="en-US" dirty="0"/>
              <a:t> </a:t>
            </a:r>
            <a:r>
              <a:rPr lang="en-US" altLang="zh-CN" dirty="0"/>
              <a:t>(classic protocol), what else?</a:t>
            </a:r>
            <a:endParaRPr lang="en-GB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6196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7E6BD-FF49-36B7-3121-DB46BCCFF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Embedding transmission reduces raw-image exposure, but embeddings are still sensitive.</a:t>
            </a:r>
            <a:r>
              <a:rPr lang="zh-CN" altLang="en-US" dirty="0"/>
              <a:t> </a:t>
            </a:r>
            <a:r>
              <a:rPr lang="en-US" altLang="zh-CN" dirty="0"/>
              <a:t>(background)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F3752-85EC-FA56-49C2-25FBBD516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Understanding deep image representations by inverting them</a:t>
            </a:r>
            <a:r>
              <a:rPr lang="zh-CN" altLang="en-US" b="1" dirty="0"/>
              <a:t>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Inverts image representations to reconstruct visual content</a:t>
            </a:r>
            <a:r>
              <a:rPr lang="en-US" altLang="zh-CN" dirty="0"/>
              <a:t>.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GB" dirty="0"/>
              <a:t>shown that, under white-box or partially known model settings, visual representations can be inverted to recover information about the original image.</a:t>
            </a:r>
          </a:p>
          <a:p>
            <a:endParaRPr lang="en-GB" dirty="0"/>
          </a:p>
          <a:p>
            <a:r>
              <a:rPr lang="en-GB" b="1" dirty="0"/>
              <a:t>Deep-BMI: Exploring Model Inversion Attacks in the Black-box Setting</a:t>
            </a:r>
            <a:r>
              <a:rPr lang="zh-CN" altLang="en-US" b="1" dirty="0"/>
              <a:t>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Black-box model inversion can reconstruct semantically meaningful images without accessing target model parameters, although it usually requires repeated queries to the target model.</a:t>
            </a:r>
          </a:p>
          <a:p>
            <a:endParaRPr lang="en-GB" dirty="0"/>
          </a:p>
          <a:p>
            <a:r>
              <a:rPr lang="en-GB" b="1" dirty="0"/>
              <a:t>Deep Learning Model Inversion Attacks and </a:t>
            </a:r>
            <a:r>
              <a:rPr lang="en-GB" b="1" dirty="0" err="1"/>
              <a:t>Defenses</a:t>
            </a:r>
            <a:r>
              <a:rPr lang="en-GB" b="1" dirty="0"/>
              <a:t>: A Comprehensive Survey</a:t>
            </a:r>
            <a:r>
              <a:rPr lang="zh-CN" altLang="en-US" b="1" dirty="0"/>
              <a:t>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how attackers can reconstruct private training data or sensitive information from deep learning models, and summarises existing </a:t>
            </a:r>
            <a:r>
              <a:rPr lang="en-GB" dirty="0" err="1"/>
              <a:t>defense</a:t>
            </a:r>
            <a:r>
              <a:rPr lang="en-GB" dirty="0"/>
              <a:t> methods.</a:t>
            </a:r>
            <a:br>
              <a:rPr lang="en-GB" dirty="0"/>
            </a:b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224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E8B61-A1B0-A574-297A-A4D576271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</a:t>
            </a:r>
            <a:r>
              <a:rPr lang="en-GB" dirty="0" err="1"/>
              <a:t>mbedding</a:t>
            </a:r>
            <a:r>
              <a:rPr lang="en-GB" dirty="0"/>
              <a:t> encryption and authentication combinations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649C6-2E5F-3C42-FBEB-C028BFCC9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A privacy preserving split learning framework with adaptive inference selection for IoT security</a:t>
            </a:r>
            <a:r>
              <a:rPr lang="zh-CN" altLang="en-US" b="1" dirty="0"/>
              <a:t> 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Split Learning, Gaussian noise-based DP, pruning, quantization, TensorFlow Lite, and adaptive model selection.</a:t>
            </a:r>
          </a:p>
          <a:p>
            <a:r>
              <a:rPr lang="en-GB" b="1" dirty="0"/>
              <a:t>A privacy-preserving multi-user retrieval system for multimodal artificial intelligence</a:t>
            </a:r>
          </a:p>
          <a:p>
            <a:pPr lvl="1"/>
            <a:r>
              <a:rPr lang="en-GB" dirty="0"/>
              <a:t>This paper shows that embedding transmission alone is not enough for privacy protection, so the authors combine embedding obfuscation, encryption, and secure key management for multimodal retrieval.</a:t>
            </a:r>
          </a:p>
          <a:p>
            <a:pPr marL="0" indent="0">
              <a:buNone/>
            </a:pPr>
            <a:br>
              <a:rPr lang="en-GB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872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DA0D3-0E46-EDD0-E7F8-496FC8B2B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Research</a:t>
            </a:r>
            <a:r>
              <a:rPr lang="zh-CN" altLang="en-US" dirty="0"/>
              <a:t> </a:t>
            </a:r>
            <a:r>
              <a:rPr lang="en-US" altLang="zh-CN" dirty="0"/>
              <a:t>Gap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GB" dirty="0"/>
              <a:t>basic idea</a:t>
            </a:r>
            <a:r>
              <a:rPr lang="en-US" altLang="zh-CN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C8C4F-ADC7-91B2-BB5E-40885088B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b="1" dirty="0"/>
              <a:t>Evaluation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dirty="0"/>
              <a:t>Existing secure transmission schemes may provide confidentiality and authentication, but their runtime overhead on edge devices remains an important factor for real-time image or embedding transmission.</a:t>
            </a:r>
          </a:p>
          <a:p>
            <a:r>
              <a:rPr lang="en-US" altLang="zh-CN" dirty="0"/>
              <a:t>Metrics</a:t>
            </a:r>
            <a:r>
              <a:rPr lang="zh-CN" altLang="en-US" dirty="0"/>
              <a:t> 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C</a:t>
            </a:r>
            <a:r>
              <a:rPr lang="en-GB" dirty="0"/>
              <a:t>PU usage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memory usage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end-to-end latency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payload size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throughput.</a:t>
            </a:r>
          </a:p>
          <a:p>
            <a:r>
              <a:rPr lang="en-GB" dirty="0"/>
              <a:t>Other Metrics: encryption time, decryption time, key setup/exchange time</a:t>
            </a:r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0400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5104</TotalTime>
  <Words>1262</Words>
  <Application>Microsoft Macintosh PowerPoint</Application>
  <PresentationFormat>Widescreen</PresentationFormat>
  <Paragraphs>162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Capstone Progress</vt:lpstr>
      <vt:lpstr>Simulation system</vt:lpstr>
      <vt:lpstr>PowerPoint Presentation</vt:lpstr>
      <vt:lpstr>Literature Review</vt:lpstr>
      <vt:lpstr>Current Industry Practice 1</vt:lpstr>
      <vt:lpstr>Current Industry Practice 2</vt:lpstr>
      <vt:lpstr>Current Industry Practice 3</vt:lpstr>
      <vt:lpstr>Literature review  (basic idea)</vt:lpstr>
      <vt:lpstr>Image transmission protection methods are relevant background</vt:lpstr>
      <vt:lpstr>Embedding transmission reduces raw-image exposure, but embeddings are still sensitive. (background)</vt:lpstr>
      <vt:lpstr>Embedding encryption and authentication combinations</vt:lpstr>
      <vt:lpstr>Research Gap (basic idea)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耀泉 马</dc:creator>
  <cp:lastModifiedBy>耀泉 马</cp:lastModifiedBy>
  <cp:revision>2</cp:revision>
  <dcterms:created xsi:type="dcterms:W3CDTF">2026-05-18T11:21:01Z</dcterms:created>
  <dcterms:modified xsi:type="dcterms:W3CDTF">2026-06-08T12:06:26Z</dcterms:modified>
</cp:coreProperties>
</file>